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22" r:id="rId5"/>
    <p:sldId id="321" r:id="rId6"/>
    <p:sldId id="320" r:id="rId7"/>
    <p:sldId id="323" r:id="rId8"/>
    <p:sldId id="318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31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DAA"/>
    <a:srgbClr val="32CD32"/>
    <a:srgbClr val="98FF98"/>
    <a:srgbClr val="556B2F"/>
    <a:srgbClr val="2E8B57"/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33F415-2DD3-17D2-68DB-BDDD8F8A2B88}" v="12" dt="2025-09-08T10:56:28.714"/>
    <p1510:client id="{85539177-9171-6D32-60FC-99E6C8BD46DF}" v="5" dt="2025-09-08T11:40:26.026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5388" autoAdjust="0"/>
  </p:normalViewPr>
  <p:slideViewPr>
    <p:cSldViewPr snapToGrid="0">
      <p:cViewPr>
        <p:scale>
          <a:sx n="100" d="100"/>
          <a:sy n="100" d="100"/>
        </p:scale>
        <p:origin x="-610" y="-533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ce Domce" userId="23a5703107489ec2" providerId="Windows Live" clId="Web-{85539177-9171-6D32-60FC-99E6C8BD46DF}"/>
    <pc:docChg chg="modSld">
      <pc:chgData name="DOmce Domce" userId="23a5703107489ec2" providerId="Windows Live" clId="Web-{85539177-9171-6D32-60FC-99E6C8BD46DF}" dt="2025-09-08T11:40:26.026" v="4"/>
      <pc:docMkLst>
        <pc:docMk/>
      </pc:docMkLst>
      <pc:sldChg chg="addSp delSp modSp">
        <pc:chgData name="DOmce Domce" userId="23a5703107489ec2" providerId="Windows Live" clId="Web-{85539177-9171-6D32-60FC-99E6C8BD46DF}" dt="2025-09-08T11:40:26.026" v="4"/>
        <pc:sldMkLst>
          <pc:docMk/>
          <pc:sldMk cId="3752118431" sldId="320"/>
        </pc:sldMkLst>
        <pc:graphicFrameChg chg="add mod topLvl modGraphic">
          <ac:chgData name="DOmce Domce" userId="23a5703107489ec2" providerId="Windows Live" clId="Web-{85539177-9171-6D32-60FC-99E6C8BD46DF}" dt="2025-09-08T11:40:26.026" v="4"/>
          <ac:graphicFrameMkLst>
            <pc:docMk/>
            <pc:sldMk cId="3752118431" sldId="320"/>
            <ac:graphicFrameMk id="4" creationId="{C517778F-1D1F-243B-FC41-0980682F72B4}"/>
          </ac:graphicFrameMkLst>
        </pc:graphicFrameChg>
        <pc:graphicFrameChg chg="del mod topLvl modGraphic">
          <ac:chgData name="DOmce Domce" userId="23a5703107489ec2" providerId="Windows Live" clId="Web-{85539177-9171-6D32-60FC-99E6C8BD46DF}" dt="2025-09-08T11:40:09.275" v="2"/>
          <ac:graphicFrameMkLst>
            <pc:docMk/>
            <pc:sldMk cId="3752118431" sldId="320"/>
            <ac:graphicFrameMk id="7" creationId="{B05DF153-BFD8-5499-76B4-682BD48D45C8}"/>
          </ac:graphicFrameMkLst>
        </pc:graphicFrameChg>
      </pc:sldChg>
    </pc:docChg>
  </pc:docChgLst>
  <pc:docChgLst>
    <pc:chgData name="DOmce Domce" userId="23a5703107489ec2" providerId="Windows Live" clId="Web-{4533F415-2DD3-17D2-68DB-BDDD8F8A2B88}"/>
    <pc:docChg chg="modSld">
      <pc:chgData name="DOmce Domce" userId="23a5703107489ec2" providerId="Windows Live" clId="Web-{4533F415-2DD3-17D2-68DB-BDDD8F8A2B88}" dt="2025-09-08T10:57:48.905" v="161"/>
      <pc:docMkLst>
        <pc:docMk/>
      </pc:docMkLst>
      <pc:sldChg chg="modNotes">
        <pc:chgData name="DOmce Domce" userId="23a5703107489ec2" providerId="Windows Live" clId="Web-{4533F415-2DD3-17D2-68DB-BDDD8F8A2B88}" dt="2025-09-08T10:01:49.062" v="63"/>
        <pc:sldMkLst>
          <pc:docMk/>
          <pc:sldMk cId="2906152353" sldId="318"/>
        </pc:sldMkLst>
      </pc:sldChg>
      <pc:sldChg chg="modNotes">
        <pc:chgData name="DOmce Domce" userId="23a5703107489ec2" providerId="Windows Live" clId="Web-{4533F415-2DD3-17D2-68DB-BDDD8F8A2B88}" dt="2025-09-08T09:59:32.010" v="11"/>
        <pc:sldMkLst>
          <pc:docMk/>
          <pc:sldMk cId="3752118431" sldId="320"/>
        </pc:sldMkLst>
      </pc:sldChg>
      <pc:sldChg chg="modNotes">
        <pc:chgData name="DOmce Domce" userId="23a5703107489ec2" providerId="Windows Live" clId="Web-{4533F415-2DD3-17D2-68DB-BDDD8F8A2B88}" dt="2025-09-08T10:00:32.262" v="14"/>
        <pc:sldMkLst>
          <pc:docMk/>
          <pc:sldMk cId="2019240884" sldId="323"/>
        </pc:sldMkLst>
      </pc:sldChg>
      <pc:sldChg chg="modSp modNotes">
        <pc:chgData name="DOmce Domce" userId="23a5703107489ec2" providerId="Windows Live" clId="Web-{4533F415-2DD3-17D2-68DB-BDDD8F8A2B88}" dt="2025-09-08T10:56:26.933" v="148"/>
        <pc:sldMkLst>
          <pc:docMk/>
          <pc:sldMk cId="3523443399" sldId="324"/>
        </pc:sldMkLst>
        <pc:spChg chg="mod">
          <ac:chgData name="DOmce Domce" userId="23a5703107489ec2" providerId="Windows Live" clId="Web-{4533F415-2DD3-17D2-68DB-BDDD8F8A2B88}" dt="2025-09-08T10:55:34.790" v="139" actId="20577"/>
          <ac:spMkLst>
            <pc:docMk/>
            <pc:sldMk cId="3523443399" sldId="324"/>
            <ac:spMk id="3" creationId="{E885EBA3-E911-6B6C-0657-301F14C2C2CC}"/>
          </ac:spMkLst>
        </pc:spChg>
      </pc:sldChg>
      <pc:sldChg chg="modSp modNotes">
        <pc:chgData name="DOmce Domce" userId="23a5703107489ec2" providerId="Windows Live" clId="Web-{4533F415-2DD3-17D2-68DB-BDDD8F8A2B88}" dt="2025-09-08T10:57:16.122" v="158"/>
        <pc:sldMkLst>
          <pc:docMk/>
          <pc:sldMk cId="1329389452" sldId="325"/>
        </pc:sldMkLst>
        <pc:spChg chg="mod">
          <ac:chgData name="DOmce Domce" userId="23a5703107489ec2" providerId="Windows Live" clId="Web-{4533F415-2DD3-17D2-68DB-BDDD8F8A2B88}" dt="2025-09-08T10:02:46.251" v="65" actId="20577"/>
          <ac:spMkLst>
            <pc:docMk/>
            <pc:sldMk cId="1329389452" sldId="325"/>
            <ac:spMk id="2" creationId="{4964D94F-B7E0-67E2-A4B6-B04DF40DC3A4}"/>
          </ac:spMkLst>
        </pc:spChg>
      </pc:sldChg>
      <pc:sldChg chg="modNotes">
        <pc:chgData name="DOmce Domce" userId="23a5703107489ec2" providerId="Windows Live" clId="Web-{4533F415-2DD3-17D2-68DB-BDDD8F8A2B88}" dt="2025-09-08T10:57:48.905" v="161"/>
        <pc:sldMkLst>
          <pc:docMk/>
          <pc:sldMk cId="2136951762" sldId="326"/>
        </pc:sldMkLst>
      </pc:sldChg>
      <pc:sldChg chg="modNotes">
        <pc:chgData name="DOmce Domce" userId="23a5703107489ec2" providerId="Windows Live" clId="Web-{4533F415-2DD3-17D2-68DB-BDDD8F8A2B88}" dt="2025-09-08T10:07:50.307" v="78"/>
        <pc:sldMkLst>
          <pc:docMk/>
          <pc:sldMk cId="3288643939" sldId="327"/>
        </pc:sldMkLst>
      </pc:sldChg>
      <pc:sldChg chg="modNotes">
        <pc:chgData name="DOmce Domce" userId="23a5703107489ec2" providerId="Windows Live" clId="Web-{4533F415-2DD3-17D2-68DB-BDDD8F8A2B88}" dt="2025-09-08T10:11:49.565" v="133"/>
        <pc:sldMkLst>
          <pc:docMk/>
          <pc:sldMk cId="1034547787" sldId="328"/>
        </pc:sldMkLst>
      </pc:sldChg>
    </pc:docChg>
  </pc:docChgLst>
  <pc:docChgLst>
    <pc:chgData name="DOmce Domce" userId="23a5703107489ec2" providerId="Windows Live" clId="Web-{246F6A0E-C282-5DFE-F069-5D0C08428C15}"/>
    <pc:docChg chg="addSld delSld modSld sldOrd">
      <pc:chgData name="DOmce Domce" userId="23a5703107489ec2" providerId="Windows Live" clId="Web-{246F6A0E-C282-5DFE-F069-5D0C08428C15}" dt="2025-09-05T01:17:56.818" v="899"/>
      <pc:docMkLst>
        <pc:docMk/>
      </pc:docMkLst>
      <pc:sldChg chg="del">
        <pc:chgData name="DOmce Domce" userId="23a5703107489ec2" providerId="Windows Live" clId="Web-{246F6A0E-C282-5DFE-F069-5D0C08428C15}" dt="2025-09-05T00:52:21.110" v="751"/>
        <pc:sldMkLst>
          <pc:docMk/>
          <pc:sldMk cId="1669023770" sldId="311"/>
        </pc:sldMkLst>
      </pc:sldChg>
      <pc:sldChg chg="del">
        <pc:chgData name="DOmce Domce" userId="23a5703107489ec2" providerId="Windows Live" clId="Web-{246F6A0E-C282-5DFE-F069-5D0C08428C15}" dt="2025-09-05T00:52:21.110" v="752"/>
        <pc:sldMkLst>
          <pc:docMk/>
          <pc:sldMk cId="952135350" sldId="312"/>
        </pc:sldMkLst>
      </pc:sldChg>
      <pc:sldChg chg="del">
        <pc:chgData name="DOmce Domce" userId="23a5703107489ec2" providerId="Windows Live" clId="Web-{246F6A0E-C282-5DFE-F069-5D0C08428C15}" dt="2025-09-05T00:52:21.110" v="753"/>
        <pc:sldMkLst>
          <pc:docMk/>
          <pc:sldMk cId="2224546682" sldId="313"/>
        </pc:sldMkLst>
      </pc:sldChg>
      <pc:sldChg chg="del">
        <pc:chgData name="DOmce Domce" userId="23a5703107489ec2" providerId="Windows Live" clId="Web-{246F6A0E-C282-5DFE-F069-5D0C08428C15}" dt="2025-09-05T00:52:21.110" v="754"/>
        <pc:sldMkLst>
          <pc:docMk/>
          <pc:sldMk cId="82250651" sldId="314"/>
        </pc:sldMkLst>
      </pc:sldChg>
      <pc:sldChg chg="del">
        <pc:chgData name="DOmce Domce" userId="23a5703107489ec2" providerId="Windows Live" clId="Web-{246F6A0E-C282-5DFE-F069-5D0C08428C15}" dt="2025-09-05T00:52:21.110" v="755"/>
        <pc:sldMkLst>
          <pc:docMk/>
          <pc:sldMk cId="2302010161" sldId="315"/>
        </pc:sldMkLst>
      </pc:sldChg>
      <pc:sldChg chg="del">
        <pc:chgData name="DOmce Domce" userId="23a5703107489ec2" providerId="Windows Live" clId="Web-{246F6A0E-C282-5DFE-F069-5D0C08428C15}" dt="2025-09-05T00:52:21.125" v="756"/>
        <pc:sldMkLst>
          <pc:docMk/>
          <pc:sldMk cId="554382460" sldId="316"/>
        </pc:sldMkLst>
      </pc:sldChg>
      <pc:sldChg chg="del">
        <pc:chgData name="DOmce Domce" userId="23a5703107489ec2" providerId="Windows Live" clId="Web-{246F6A0E-C282-5DFE-F069-5D0C08428C15}" dt="2025-09-04T23:24:46.336" v="67"/>
        <pc:sldMkLst>
          <pc:docMk/>
          <pc:sldMk cId="4011334062" sldId="317"/>
        </pc:sldMkLst>
      </pc:sldChg>
      <pc:sldChg chg="addSp delSp modSp">
        <pc:chgData name="DOmce Domce" userId="23a5703107489ec2" providerId="Windows Live" clId="Web-{246F6A0E-C282-5DFE-F069-5D0C08428C15}" dt="2025-09-05T00:31:16.042" v="541" actId="20577"/>
        <pc:sldMkLst>
          <pc:docMk/>
          <pc:sldMk cId="2906152353" sldId="318"/>
        </pc:sldMkLst>
        <pc:spChg chg="mod">
          <ac:chgData name="DOmce Domce" userId="23a5703107489ec2" providerId="Windows Live" clId="Web-{246F6A0E-C282-5DFE-F069-5D0C08428C15}" dt="2025-09-05T00:31:16.042" v="541" actId="20577"/>
          <ac:spMkLst>
            <pc:docMk/>
            <pc:sldMk cId="2906152353" sldId="318"/>
            <ac:spMk id="3" creationId="{1EBEE570-1B5E-FFD1-485D-D77E4E6FE7C0}"/>
          </ac:spMkLst>
        </pc:spChg>
        <pc:graphicFrameChg chg="add mod topLvl modGraphic">
          <ac:chgData name="DOmce Domce" userId="23a5703107489ec2" providerId="Windows Live" clId="Web-{246F6A0E-C282-5DFE-F069-5D0C08428C15}" dt="2025-09-05T00:30:46.915" v="535" actId="1076"/>
          <ac:graphicFrameMkLst>
            <pc:docMk/>
            <pc:sldMk cId="2906152353" sldId="318"/>
            <ac:graphicFrameMk id="10" creationId="{999F565E-FC76-FC4F-8675-69491CA20F83}"/>
          </ac:graphicFrameMkLst>
        </pc:graphicFrameChg>
      </pc:sldChg>
      <pc:sldChg chg="modSp">
        <pc:chgData name="DOmce Domce" userId="23a5703107489ec2" providerId="Windows Live" clId="Web-{246F6A0E-C282-5DFE-F069-5D0C08428C15}" dt="2025-09-05T00:35:41.456" v="594" actId="20577"/>
        <pc:sldMkLst>
          <pc:docMk/>
          <pc:sldMk cId="1607455252" sldId="321"/>
        </pc:sldMkLst>
        <pc:spChg chg="mod">
          <ac:chgData name="DOmce Domce" userId="23a5703107489ec2" providerId="Windows Live" clId="Web-{246F6A0E-C282-5DFE-F069-5D0C08428C15}" dt="2025-09-05T00:35:41.456" v="594" actId="20577"/>
          <ac:spMkLst>
            <pc:docMk/>
            <pc:sldMk cId="1607455252" sldId="321"/>
            <ac:spMk id="2" creationId="{2CD97761-0B88-A5E8-0B78-C39173D05F4D}"/>
          </ac:spMkLst>
        </pc:spChg>
      </pc:sldChg>
      <pc:sldChg chg="modSp">
        <pc:chgData name="DOmce Domce" userId="23a5703107489ec2" providerId="Windows Live" clId="Web-{246F6A0E-C282-5DFE-F069-5D0C08428C15}" dt="2025-09-05T00:35:47.956" v="596" actId="20577"/>
        <pc:sldMkLst>
          <pc:docMk/>
          <pc:sldMk cId="3378822495" sldId="322"/>
        </pc:sldMkLst>
        <pc:spChg chg="mod">
          <ac:chgData name="DOmce Domce" userId="23a5703107489ec2" providerId="Windows Live" clId="Web-{246F6A0E-C282-5DFE-F069-5D0C08428C15}" dt="2025-09-05T00:35:47.956" v="596" actId="20577"/>
          <ac:spMkLst>
            <pc:docMk/>
            <pc:sldMk cId="3378822495" sldId="322"/>
            <ac:spMk id="2" creationId="{75454C9E-20FB-B999-9303-C71D1334BAD7}"/>
          </ac:spMkLst>
        </pc:spChg>
      </pc:sldChg>
      <pc:sldChg chg="addSp delSp modSp">
        <pc:chgData name="DOmce Domce" userId="23a5703107489ec2" providerId="Windows Live" clId="Web-{246F6A0E-C282-5DFE-F069-5D0C08428C15}" dt="2025-09-05T00:30:42.195" v="534" actId="1076"/>
        <pc:sldMkLst>
          <pc:docMk/>
          <pc:sldMk cId="2019240884" sldId="323"/>
        </pc:sldMkLst>
        <pc:spChg chg="mod">
          <ac:chgData name="DOmce Domce" userId="23a5703107489ec2" providerId="Windows Live" clId="Web-{246F6A0E-C282-5DFE-F069-5D0C08428C15}" dt="2025-09-04T23:20:38.186" v="14" actId="20577"/>
          <ac:spMkLst>
            <pc:docMk/>
            <pc:sldMk cId="2019240884" sldId="323"/>
            <ac:spMk id="6" creationId="{E9B6A9B1-2FB6-4464-B720-9EA9A738327A}"/>
          </ac:spMkLst>
        </pc:spChg>
        <pc:graphicFrameChg chg="mod topLvl modGraphic">
          <ac:chgData name="DOmce Domce" userId="23a5703107489ec2" providerId="Windows Live" clId="Web-{246F6A0E-C282-5DFE-F069-5D0C08428C15}" dt="2025-09-04T22:52:44.750" v="6"/>
          <ac:graphicFrameMkLst>
            <pc:docMk/>
            <pc:sldMk cId="2019240884" sldId="323"/>
            <ac:graphicFrameMk id="7" creationId="{047611EF-E257-83D3-B1B8-78860FFBF438}"/>
          </ac:graphicFrameMkLst>
        </pc:graphicFrameChg>
      </pc:sldChg>
      <pc:sldChg chg="addSp delSp modSp add replId">
        <pc:chgData name="DOmce Domce" userId="23a5703107489ec2" providerId="Windows Live" clId="Web-{246F6A0E-C282-5DFE-F069-5D0C08428C15}" dt="2025-09-05T00:35:31.269" v="592" actId="20577"/>
        <pc:sldMkLst>
          <pc:docMk/>
          <pc:sldMk cId="3523443399" sldId="324"/>
        </pc:sldMkLst>
        <pc:spChg chg="mod">
          <ac:chgData name="DOmce Domce" userId="23a5703107489ec2" providerId="Windows Live" clId="Web-{246F6A0E-C282-5DFE-F069-5D0C08428C15}" dt="2025-09-05T00:35:31.269" v="592" actId="20577"/>
          <ac:spMkLst>
            <pc:docMk/>
            <pc:sldMk cId="3523443399" sldId="324"/>
            <ac:spMk id="2" creationId="{E1F549F9-985C-DEEE-6615-19173772676C}"/>
          </ac:spMkLst>
        </pc:spChg>
        <pc:spChg chg="mod">
          <ac:chgData name="DOmce Domce" userId="23a5703107489ec2" providerId="Windows Live" clId="Web-{246F6A0E-C282-5DFE-F069-5D0C08428C15}" dt="2025-09-05T00:16:21.463" v="463" actId="20577"/>
          <ac:spMkLst>
            <pc:docMk/>
            <pc:sldMk cId="3523443399" sldId="324"/>
            <ac:spMk id="3" creationId="{E885EBA3-E911-6B6C-0657-301F14C2C2CC}"/>
          </ac:spMkLst>
        </pc:spChg>
        <pc:graphicFrameChg chg="add mod topLvl modGraphic">
          <ac:chgData name="DOmce Domce" userId="23a5703107489ec2" providerId="Windows Live" clId="Web-{246F6A0E-C282-5DFE-F069-5D0C08428C15}" dt="2025-09-05T00:15:57.806" v="457" actId="1076"/>
          <ac:graphicFrameMkLst>
            <pc:docMk/>
            <pc:sldMk cId="3523443399" sldId="324"/>
            <ac:graphicFrameMk id="11" creationId="{6B6308C9-6D15-10CC-703C-A99B1EDF6828}"/>
          </ac:graphicFrameMkLst>
        </pc:graphicFrameChg>
        <pc:cxnChg chg="add mod">
          <ac:chgData name="DOmce Domce" userId="23a5703107489ec2" providerId="Windows Live" clId="Web-{246F6A0E-C282-5DFE-F069-5D0C08428C15}" dt="2025-09-05T00:10:48.115" v="377" actId="1076"/>
          <ac:cxnSpMkLst>
            <pc:docMk/>
            <pc:sldMk cId="3523443399" sldId="324"/>
            <ac:cxnSpMk id="6" creationId="{5FA60274-3ADE-5D6E-9097-CDA806EF9238}"/>
          </ac:cxnSpMkLst>
        </pc:cxnChg>
      </pc:sldChg>
      <pc:sldChg chg="addSp delSp modSp add replId">
        <pc:chgData name="DOmce Domce" userId="23a5703107489ec2" providerId="Windows Live" clId="Web-{246F6A0E-C282-5DFE-F069-5D0C08428C15}" dt="2025-09-05T00:35:27.409" v="591" actId="20577"/>
        <pc:sldMkLst>
          <pc:docMk/>
          <pc:sldMk cId="1329389452" sldId="325"/>
        </pc:sldMkLst>
        <pc:spChg chg="mod">
          <ac:chgData name="DOmce Domce" userId="23a5703107489ec2" providerId="Windows Live" clId="Web-{246F6A0E-C282-5DFE-F069-5D0C08428C15}" dt="2025-09-05T00:35:27.409" v="591" actId="20577"/>
          <ac:spMkLst>
            <pc:docMk/>
            <pc:sldMk cId="1329389452" sldId="325"/>
            <ac:spMk id="2" creationId="{4964D94F-B7E0-67E2-A4B6-B04DF40DC3A4}"/>
          </ac:spMkLst>
        </pc:spChg>
        <pc:spChg chg="mod">
          <ac:chgData name="DOmce Domce" userId="23a5703107489ec2" providerId="Windows Live" clId="Web-{246F6A0E-C282-5DFE-F069-5D0C08428C15}" dt="2025-09-05T00:32:54.328" v="583" actId="20577"/>
          <ac:spMkLst>
            <pc:docMk/>
            <pc:sldMk cId="1329389452" sldId="325"/>
            <ac:spMk id="3" creationId="{A2DCB02D-D2D5-376B-BC73-CCE7B386BAB1}"/>
          </ac:spMkLst>
        </pc:spChg>
        <pc:graphicFrameChg chg="add mod">
          <ac:chgData name="DOmce Domce" userId="23a5703107489ec2" providerId="Windows Live" clId="Web-{246F6A0E-C282-5DFE-F069-5D0C08428C15}" dt="2025-09-05T00:17:26.840" v="476" actId="1076"/>
          <ac:graphicFrameMkLst>
            <pc:docMk/>
            <pc:sldMk cId="1329389452" sldId="325"/>
            <ac:graphicFrameMk id="5" creationId="{FE461F38-D881-525E-1342-5C7EF6338492}"/>
          </ac:graphicFrameMkLst>
        </pc:graphicFrameChg>
        <pc:cxnChg chg="add mod">
          <ac:chgData name="DOmce Domce" userId="23a5703107489ec2" providerId="Windows Live" clId="Web-{246F6A0E-C282-5DFE-F069-5D0C08428C15}" dt="2025-09-05T00:17:44.731" v="477" actId="1076"/>
          <ac:cxnSpMkLst>
            <pc:docMk/>
            <pc:sldMk cId="1329389452" sldId="325"/>
            <ac:cxnSpMk id="6" creationId="{287F2B2F-46D0-285E-2659-A88B58102086}"/>
          </ac:cxnSpMkLst>
        </pc:cxnChg>
        <pc:cxnChg chg="add mod">
          <ac:chgData name="DOmce Domce" userId="23a5703107489ec2" providerId="Windows Live" clId="Web-{246F6A0E-C282-5DFE-F069-5D0C08428C15}" dt="2025-09-05T00:17:58.654" v="479" actId="14100"/>
          <ac:cxnSpMkLst>
            <pc:docMk/>
            <pc:sldMk cId="1329389452" sldId="325"/>
            <ac:cxnSpMk id="7" creationId="{F478994D-3D95-DD63-0DF4-9C559B44C5D3}"/>
          </ac:cxnSpMkLst>
        </pc:cxnChg>
      </pc:sldChg>
      <pc:sldChg chg="addSp delSp modSp add ord replId modNotes">
        <pc:chgData name="DOmce Domce" userId="23a5703107489ec2" providerId="Windows Live" clId="Web-{246F6A0E-C282-5DFE-F069-5D0C08428C15}" dt="2025-09-05T01:00:30.081" v="766"/>
        <pc:sldMkLst>
          <pc:docMk/>
          <pc:sldMk cId="2136951762" sldId="326"/>
        </pc:sldMkLst>
        <pc:spChg chg="mod">
          <ac:chgData name="DOmce Domce" userId="23a5703107489ec2" providerId="Windows Live" clId="Web-{246F6A0E-C282-5DFE-F069-5D0C08428C15}" dt="2025-09-05T00:35:24.034" v="590" actId="20577"/>
          <ac:spMkLst>
            <pc:docMk/>
            <pc:sldMk cId="2136951762" sldId="326"/>
            <ac:spMk id="2" creationId="{0375F22C-566E-B08B-DD7C-D126F7DB963F}"/>
          </ac:spMkLst>
        </pc:spChg>
        <pc:spChg chg="mod">
          <ac:chgData name="DOmce Domce" userId="23a5703107489ec2" providerId="Windows Live" clId="Web-{246F6A0E-C282-5DFE-F069-5D0C08428C15}" dt="2025-09-05T00:51:20.265" v="748" actId="20577"/>
          <ac:spMkLst>
            <pc:docMk/>
            <pc:sldMk cId="2136951762" sldId="326"/>
            <ac:spMk id="3" creationId="{61AF4C06-0646-6663-B0E7-141C31CBAEF8}"/>
          </ac:spMkLst>
        </pc:spChg>
        <pc:graphicFrameChg chg="add mod topLvl modGraphic">
          <ac:chgData name="DOmce Domce" userId="23a5703107489ec2" providerId="Windows Live" clId="Web-{246F6A0E-C282-5DFE-F069-5D0C08428C15}" dt="2025-09-05T00:51:43.844" v="750" actId="1076"/>
          <ac:graphicFrameMkLst>
            <pc:docMk/>
            <pc:sldMk cId="2136951762" sldId="326"/>
            <ac:graphicFrameMk id="9" creationId="{5B7DE96D-42E6-3B7B-8070-71455FED7FA7}"/>
          </ac:graphicFrameMkLst>
        </pc:graphicFrameChg>
      </pc:sldChg>
      <pc:sldChg chg="addSp delSp modSp add del replId modNotes">
        <pc:chgData name="DOmce Domce" userId="23a5703107489ec2" providerId="Windows Live" clId="Web-{246F6A0E-C282-5DFE-F069-5D0C08428C15}" dt="2025-09-05T01:17:56.818" v="899"/>
        <pc:sldMkLst>
          <pc:docMk/>
          <pc:sldMk cId="3288643939" sldId="327"/>
        </pc:sldMkLst>
        <pc:spChg chg="mod">
          <ac:chgData name="DOmce Domce" userId="23a5703107489ec2" providerId="Windows Live" clId="Web-{246F6A0E-C282-5DFE-F069-5D0C08428C15}" dt="2025-09-05T01:01:04.081" v="769" actId="20577"/>
          <ac:spMkLst>
            <pc:docMk/>
            <pc:sldMk cId="3288643939" sldId="327"/>
            <ac:spMk id="2" creationId="{F1B7884F-F8A3-988C-41F2-CDCAFCA0A295}"/>
          </ac:spMkLst>
        </pc:spChg>
        <pc:spChg chg="mod">
          <ac:chgData name="DOmce Domce" userId="23a5703107489ec2" providerId="Windows Live" clId="Web-{246F6A0E-C282-5DFE-F069-5D0C08428C15}" dt="2025-09-05T01:15:38.218" v="833" actId="20577"/>
          <ac:spMkLst>
            <pc:docMk/>
            <pc:sldMk cId="3288643939" sldId="327"/>
            <ac:spMk id="3" creationId="{9DF1A3C8-FD6E-9B72-61B5-6EA5804760BE}"/>
          </ac:spMkLst>
        </pc:spChg>
      </pc:sldChg>
      <pc:sldChg chg="add replId">
        <pc:chgData name="DOmce Domce" userId="23a5703107489ec2" providerId="Windows Live" clId="Web-{246F6A0E-C282-5DFE-F069-5D0C08428C15}" dt="2025-09-05T01:00:34.315" v="767"/>
        <pc:sldMkLst>
          <pc:docMk/>
          <pc:sldMk cId="1034547787" sldId="328"/>
        </pc:sldMkLst>
      </pc:sldChg>
    </pc:docChg>
  </pc:docChgLst>
  <pc:docChgLst>
    <pc:chgData name="DOmce Domce" userId="23a5703107489ec2" providerId="Windows Live" clId="Web-{A00E20AF-A9CD-36D8-7449-69970753CA97}"/>
    <pc:docChg chg="addSld modSld">
      <pc:chgData name="DOmce Domce" userId="23a5703107489ec2" providerId="Windows Live" clId="Web-{A00E20AF-A9CD-36D8-7449-69970753CA97}" dt="2025-09-05T02:19:17.551" v="966" actId="20577"/>
      <pc:docMkLst>
        <pc:docMk/>
      </pc:docMkLst>
      <pc:sldChg chg="modSp">
        <pc:chgData name="DOmce Domce" userId="23a5703107489ec2" providerId="Windows Live" clId="Web-{A00E20AF-A9CD-36D8-7449-69970753CA97}" dt="2025-09-05T02:05:19.242" v="638" actId="20577"/>
        <pc:sldMkLst>
          <pc:docMk/>
          <pc:sldMk cId="704370842" sldId="310"/>
        </pc:sldMkLst>
        <pc:spChg chg="mod">
          <ac:chgData name="DOmce Domce" userId="23a5703107489ec2" providerId="Windows Live" clId="Web-{A00E20AF-A9CD-36D8-7449-69970753CA97}" dt="2025-09-05T02:05:19.242" v="638" actId="20577"/>
          <ac:spMkLst>
            <pc:docMk/>
            <pc:sldMk cId="704370842" sldId="310"/>
            <ac:spMk id="2" creationId="{70ECFE66-A9E7-A365-967B-2FD670CB3923}"/>
          </ac:spMkLst>
        </pc:spChg>
      </pc:sldChg>
      <pc:sldChg chg="modNotes">
        <pc:chgData name="DOmce Domce" userId="23a5703107489ec2" providerId="Windows Live" clId="Web-{A00E20AF-A9CD-36D8-7449-69970753CA97}" dt="2025-09-05T02:13:44.121" v="807"/>
        <pc:sldMkLst>
          <pc:docMk/>
          <pc:sldMk cId="2906152353" sldId="318"/>
        </pc:sldMkLst>
      </pc:sldChg>
      <pc:sldChg chg="modSp">
        <pc:chgData name="DOmce Domce" userId="23a5703107489ec2" providerId="Windows Live" clId="Web-{A00E20AF-A9CD-36D8-7449-69970753CA97}" dt="2025-09-05T02:09:32.826" v="710" actId="20577"/>
        <pc:sldMkLst>
          <pc:docMk/>
          <pc:sldMk cId="1607455252" sldId="321"/>
        </pc:sldMkLst>
        <pc:spChg chg="mod">
          <ac:chgData name="DOmce Domce" userId="23a5703107489ec2" providerId="Windows Live" clId="Web-{A00E20AF-A9CD-36D8-7449-69970753CA97}" dt="2025-09-05T02:09:32.826" v="710" actId="20577"/>
          <ac:spMkLst>
            <pc:docMk/>
            <pc:sldMk cId="1607455252" sldId="321"/>
            <ac:spMk id="3" creationId="{02BA04E6-CD61-B962-4287-DEC1993C32D6}"/>
          </ac:spMkLst>
        </pc:spChg>
      </pc:sldChg>
      <pc:sldChg chg="delSp modSp modNotes">
        <pc:chgData name="DOmce Domce" userId="23a5703107489ec2" providerId="Windows Live" clId="Web-{A00E20AF-A9CD-36D8-7449-69970753CA97}" dt="2025-09-05T02:10:28.188" v="713"/>
        <pc:sldMkLst>
          <pc:docMk/>
          <pc:sldMk cId="2019240884" sldId="323"/>
        </pc:sldMkLst>
        <pc:spChg chg="mod">
          <ac:chgData name="DOmce Domce" userId="23a5703107489ec2" providerId="Windows Live" clId="Web-{A00E20AF-A9CD-36D8-7449-69970753CA97}" dt="2025-09-05T01:40:59.590" v="377" actId="1076"/>
          <ac:spMkLst>
            <pc:docMk/>
            <pc:sldMk cId="2019240884" sldId="323"/>
            <ac:spMk id="6" creationId="{E9B6A9B1-2FB6-4464-B720-9EA9A738327A}"/>
          </ac:spMkLst>
        </pc:spChg>
      </pc:sldChg>
      <pc:sldChg chg="modSp modNotes">
        <pc:chgData name="DOmce Domce" userId="23a5703107489ec2" providerId="Windows Live" clId="Web-{A00E20AF-A9CD-36D8-7449-69970753CA97}" dt="2025-09-05T02:18:39.424" v="958" actId="20577"/>
        <pc:sldMkLst>
          <pc:docMk/>
          <pc:sldMk cId="3523443399" sldId="324"/>
        </pc:sldMkLst>
        <pc:spChg chg="mod">
          <ac:chgData name="DOmce Domce" userId="23a5703107489ec2" providerId="Windows Live" clId="Web-{A00E20AF-A9CD-36D8-7449-69970753CA97}" dt="2025-09-05T02:18:39.424" v="958" actId="20577"/>
          <ac:spMkLst>
            <pc:docMk/>
            <pc:sldMk cId="3523443399" sldId="324"/>
            <ac:spMk id="3" creationId="{E885EBA3-E911-6B6C-0657-301F14C2C2CC}"/>
          </ac:spMkLst>
        </pc:spChg>
      </pc:sldChg>
      <pc:sldChg chg="modSp modNotes">
        <pc:chgData name="DOmce Domce" userId="23a5703107489ec2" providerId="Windows Live" clId="Web-{A00E20AF-A9CD-36D8-7449-69970753CA97}" dt="2025-09-05T02:19:17.551" v="966" actId="20577"/>
        <pc:sldMkLst>
          <pc:docMk/>
          <pc:sldMk cId="1329389452" sldId="325"/>
        </pc:sldMkLst>
        <pc:spChg chg="mod">
          <ac:chgData name="DOmce Domce" userId="23a5703107489ec2" providerId="Windows Live" clId="Web-{A00E20AF-A9CD-36D8-7449-69970753CA97}" dt="2025-09-05T02:18:34.221" v="953" actId="20577"/>
          <ac:spMkLst>
            <pc:docMk/>
            <pc:sldMk cId="1329389452" sldId="325"/>
            <ac:spMk id="2" creationId="{4964D94F-B7E0-67E2-A4B6-B04DF40DC3A4}"/>
          </ac:spMkLst>
        </pc:spChg>
        <pc:spChg chg="mod">
          <ac:chgData name="DOmce Domce" userId="23a5703107489ec2" providerId="Windows Live" clId="Web-{A00E20AF-A9CD-36D8-7449-69970753CA97}" dt="2025-09-05T02:19:17.551" v="966" actId="20577"/>
          <ac:spMkLst>
            <pc:docMk/>
            <pc:sldMk cId="1329389452" sldId="325"/>
            <ac:spMk id="3" creationId="{A2DCB02D-D2D5-376B-BC73-CCE7B386BAB1}"/>
          </ac:spMkLst>
        </pc:spChg>
      </pc:sldChg>
      <pc:sldChg chg="modSp">
        <pc:chgData name="DOmce Domce" userId="23a5703107489ec2" providerId="Windows Live" clId="Web-{A00E20AF-A9CD-36D8-7449-69970753CA97}" dt="2025-09-05T02:05:47.023" v="640" actId="14100"/>
        <pc:sldMkLst>
          <pc:docMk/>
          <pc:sldMk cId="2136951762" sldId="326"/>
        </pc:sldMkLst>
        <pc:graphicFrameChg chg="mod">
          <ac:chgData name="DOmce Domce" userId="23a5703107489ec2" providerId="Windows Live" clId="Web-{A00E20AF-A9CD-36D8-7449-69970753CA97}" dt="2025-09-05T02:05:47.023" v="640" actId="14100"/>
          <ac:graphicFrameMkLst>
            <pc:docMk/>
            <pc:sldMk cId="2136951762" sldId="326"/>
            <ac:graphicFrameMk id="9" creationId="{5B7DE96D-42E6-3B7B-8070-71455FED7FA7}"/>
          </ac:graphicFrameMkLst>
        </pc:graphicFrameChg>
      </pc:sldChg>
      <pc:sldChg chg="addSp delSp modSp modNotes">
        <pc:chgData name="DOmce Domce" userId="23a5703107489ec2" providerId="Windows Live" clId="Web-{A00E20AF-A9CD-36D8-7449-69970753CA97}" dt="2025-09-05T01:56:57.104" v="577" actId="20577"/>
        <pc:sldMkLst>
          <pc:docMk/>
          <pc:sldMk cId="3288643939" sldId="327"/>
        </pc:sldMkLst>
        <pc:spChg chg="add mod">
          <ac:chgData name="DOmce Domce" userId="23a5703107489ec2" providerId="Windows Live" clId="Web-{A00E20AF-A9CD-36D8-7449-69970753CA97}" dt="2025-09-05T01:56:57.104" v="577" actId="20577"/>
          <ac:spMkLst>
            <pc:docMk/>
            <pc:sldMk cId="3288643939" sldId="327"/>
            <ac:spMk id="12" creationId="{662A168D-31E5-5324-73AF-A9AF7675B43D}"/>
          </ac:spMkLst>
        </pc:spChg>
        <pc:picChg chg="add mod">
          <ac:chgData name="DOmce Domce" userId="23a5703107489ec2" providerId="Windows Live" clId="Web-{A00E20AF-A9CD-36D8-7449-69970753CA97}" dt="2025-09-05T01:25:26.595" v="111" actId="1076"/>
          <ac:picMkLst>
            <pc:docMk/>
            <pc:sldMk cId="3288643939" sldId="327"/>
            <ac:picMk id="9" creationId="{B64B43D9-F981-4A4A-A73B-D5A5051970F5}"/>
          </ac:picMkLst>
        </pc:picChg>
      </pc:sldChg>
      <pc:sldChg chg="addSp modSp modNotes">
        <pc:chgData name="DOmce Domce" userId="23a5703107489ec2" providerId="Windows Live" clId="Web-{A00E20AF-A9CD-36D8-7449-69970753CA97}" dt="2025-09-05T01:43:21.694" v="395" actId="1076"/>
        <pc:sldMkLst>
          <pc:docMk/>
          <pc:sldMk cId="1034547787" sldId="328"/>
        </pc:sldMkLst>
        <pc:spChg chg="mod">
          <ac:chgData name="DOmce Domce" userId="23a5703107489ec2" providerId="Windows Live" clId="Web-{A00E20AF-A9CD-36D8-7449-69970753CA97}" dt="2025-09-05T01:43:18.959" v="394" actId="20577"/>
          <ac:spMkLst>
            <pc:docMk/>
            <pc:sldMk cId="1034547787" sldId="328"/>
            <ac:spMk id="3" creationId="{46F7EBF2-494B-78DA-B34B-E1A4F2F631B8}"/>
          </ac:spMkLst>
        </pc:spChg>
      </pc:sldChg>
      <pc:sldChg chg="addSp delSp modSp add replId modNotes">
        <pc:chgData name="DOmce Domce" userId="23a5703107489ec2" providerId="Windows Live" clId="Web-{A00E20AF-A9CD-36D8-7449-69970753CA97}" dt="2025-09-05T01:56:00.724" v="571"/>
        <pc:sldMkLst>
          <pc:docMk/>
          <pc:sldMk cId="377589832" sldId="329"/>
        </pc:sldMkLst>
        <pc:spChg chg="mod">
          <ac:chgData name="DOmce Domce" userId="23a5703107489ec2" providerId="Windows Live" clId="Web-{A00E20AF-A9CD-36D8-7449-69970753CA97}" dt="2025-09-05T01:42:20.579" v="380" actId="20577"/>
          <ac:spMkLst>
            <pc:docMk/>
            <pc:sldMk cId="377589832" sldId="329"/>
            <ac:spMk id="2" creationId="{BCE4DD75-BFAF-4828-7998-32304522D60E}"/>
          </ac:spMkLst>
        </pc:spChg>
        <pc:spChg chg="mod">
          <ac:chgData name="DOmce Domce" userId="23a5703107489ec2" providerId="Windows Live" clId="Web-{A00E20AF-A9CD-36D8-7449-69970753CA97}" dt="2025-09-05T01:54:41.636" v="561" actId="20577"/>
          <ac:spMkLst>
            <pc:docMk/>
            <pc:sldMk cId="377589832" sldId="329"/>
            <ac:spMk id="3" creationId="{AD11EE4B-312C-9086-EB4A-8B4EF7D93551}"/>
          </ac:spMkLst>
        </pc:spChg>
        <pc:spChg chg="add mod">
          <ac:chgData name="DOmce Domce" userId="23a5703107489ec2" providerId="Windows Live" clId="Web-{A00E20AF-A9CD-36D8-7449-69970753CA97}" dt="2025-09-05T01:54:43.996" v="563" actId="20577"/>
          <ac:spMkLst>
            <pc:docMk/>
            <pc:sldMk cId="377589832" sldId="329"/>
            <ac:spMk id="10" creationId="{0A806582-9756-ED71-37F9-7AE9B19A2D82}"/>
          </ac:spMkLst>
        </pc:spChg>
        <pc:cxnChg chg="add mod">
          <ac:chgData name="DOmce Domce" userId="23a5703107489ec2" providerId="Windows Live" clId="Web-{A00E20AF-A9CD-36D8-7449-69970753CA97}" dt="2025-09-05T01:54:15.572" v="549"/>
          <ac:cxnSpMkLst>
            <pc:docMk/>
            <pc:sldMk cId="377589832" sldId="329"/>
            <ac:cxnSpMk id="11" creationId="{4E2F03D1-DBF5-190F-A134-F906888EF362}"/>
          </ac:cxnSpMkLst>
        </pc:cxnChg>
      </pc:sldChg>
      <pc:sldChg chg="modSp new">
        <pc:chgData name="DOmce Domce" userId="23a5703107489ec2" providerId="Windows Live" clId="Web-{A00E20AF-A9CD-36D8-7449-69970753CA97}" dt="2025-09-05T02:04:39.257" v="629" actId="20577"/>
        <pc:sldMkLst>
          <pc:docMk/>
          <pc:sldMk cId="182828088" sldId="330"/>
        </pc:sldMkLst>
        <pc:spChg chg="mod">
          <ac:chgData name="DOmce Domce" userId="23a5703107489ec2" providerId="Windows Live" clId="Web-{A00E20AF-A9CD-36D8-7449-69970753CA97}" dt="2025-09-05T02:01:58.284" v="582" actId="20577"/>
          <ac:spMkLst>
            <pc:docMk/>
            <pc:sldMk cId="182828088" sldId="330"/>
            <ac:spMk id="2" creationId="{CB5633D4-5618-04B3-78E9-E31D38624612}"/>
          </ac:spMkLst>
        </pc:spChg>
        <pc:spChg chg="mod">
          <ac:chgData name="DOmce Domce" userId="23a5703107489ec2" providerId="Windows Live" clId="Web-{A00E20AF-A9CD-36D8-7449-69970753CA97}" dt="2025-09-05T02:04:39.257" v="629" actId="20577"/>
          <ac:spMkLst>
            <pc:docMk/>
            <pc:sldMk cId="182828088" sldId="330"/>
            <ac:spMk id="3" creationId="{652E1C36-7EBC-9379-8EDB-B6D810841584}"/>
          </ac:spMkLst>
        </pc:spChg>
      </pc:sldChg>
    </pc:docChg>
  </pc:docChgLst>
  <pc:docChgLst>
    <pc:chgData name="DOmce Domce" userId="23a5703107489ec2" providerId="Windows Live" clId="Web-{2A50D424-4812-6A79-4454-599FCD2315B4}"/>
    <pc:docChg chg="addSld delSld modSld">
      <pc:chgData name="DOmce Domce" userId="23a5703107489ec2" providerId="Windows Live" clId="Web-{2A50D424-4812-6A79-4454-599FCD2315B4}" dt="2025-09-04T22:28:55.359" v="244" actId="20577"/>
      <pc:docMkLst>
        <pc:docMk/>
      </pc:docMkLst>
      <pc:sldChg chg="modSp">
        <pc:chgData name="DOmce Domce" userId="23a5703107489ec2" providerId="Windows Live" clId="Web-{2A50D424-4812-6A79-4454-599FCD2315B4}" dt="2025-09-04T22:28:55.359" v="244" actId="20577"/>
        <pc:sldMkLst>
          <pc:docMk/>
          <pc:sldMk cId="2906152353" sldId="318"/>
        </pc:sldMkLst>
        <pc:spChg chg="mod">
          <ac:chgData name="DOmce Domce" userId="23a5703107489ec2" providerId="Windows Live" clId="Web-{2A50D424-4812-6A79-4454-599FCD2315B4}" dt="2025-09-04T22:26:44.983" v="221" actId="1076"/>
          <ac:spMkLst>
            <pc:docMk/>
            <pc:sldMk cId="2906152353" sldId="318"/>
            <ac:spMk id="2" creationId="{CFDEBC60-AA38-5DEF-3160-0CAA68F3D28C}"/>
          </ac:spMkLst>
        </pc:spChg>
        <pc:spChg chg="mod">
          <ac:chgData name="DOmce Domce" userId="23a5703107489ec2" providerId="Windows Live" clId="Web-{2A50D424-4812-6A79-4454-599FCD2315B4}" dt="2025-09-04T22:28:55.359" v="244" actId="20577"/>
          <ac:spMkLst>
            <pc:docMk/>
            <pc:sldMk cId="2906152353" sldId="318"/>
            <ac:spMk id="3" creationId="{1EBEE570-1B5E-FFD1-485D-D77E4E6FE7C0}"/>
          </ac:spMkLst>
        </pc:spChg>
      </pc:sldChg>
      <pc:sldChg chg="del">
        <pc:chgData name="DOmce Domce" userId="23a5703107489ec2" providerId="Windows Live" clId="Web-{2A50D424-4812-6A79-4454-599FCD2315B4}" dt="2025-09-04T22:26:38.279" v="219"/>
        <pc:sldMkLst>
          <pc:docMk/>
          <pc:sldMk cId="3421680658" sldId="319"/>
        </pc:sldMkLst>
      </pc:sldChg>
      <pc:sldChg chg="addSp delSp modSp modNotes">
        <pc:chgData name="DOmce Domce" userId="23a5703107489ec2" providerId="Windows Live" clId="Web-{2A50D424-4812-6A79-4454-599FCD2315B4}" dt="2025-09-04T22:28:14.390" v="239" actId="1076"/>
        <pc:sldMkLst>
          <pc:docMk/>
          <pc:sldMk cId="3752118431" sldId="320"/>
        </pc:sldMkLst>
        <pc:spChg chg="mod">
          <ac:chgData name="DOmce Domce" userId="23a5703107489ec2" providerId="Windows Live" clId="Web-{2A50D424-4812-6A79-4454-599FCD2315B4}" dt="2025-09-04T22:10:33.351" v="105" actId="20577"/>
          <ac:spMkLst>
            <pc:docMk/>
            <pc:sldMk cId="3752118431" sldId="320"/>
            <ac:spMk id="3" creationId="{89D0E47E-D228-15EB-5886-33E9AA181D03}"/>
          </ac:spMkLst>
        </pc:spChg>
        <pc:spChg chg="add mod">
          <ac:chgData name="DOmce Domce" userId="23a5703107489ec2" providerId="Windows Live" clId="Web-{2A50D424-4812-6A79-4454-599FCD2315B4}" dt="2025-09-04T22:19:43.085" v="141" actId="20577"/>
          <ac:spMkLst>
            <pc:docMk/>
            <pc:sldMk cId="3752118431" sldId="320"/>
            <ac:spMk id="6" creationId="{96BF1FC2-AD5D-5E2B-0C78-49F399FED49E}"/>
          </ac:spMkLst>
        </pc:spChg>
        <pc:graphicFrameChg chg="add mod topLvl modGraphic">
          <ac:chgData name="DOmce Domce" userId="23a5703107489ec2" providerId="Windows Live" clId="Web-{2A50D424-4812-6A79-4454-599FCD2315B4}" dt="2025-09-04T22:28:14.390" v="239" actId="1076"/>
          <ac:graphicFrameMkLst>
            <pc:docMk/>
            <pc:sldMk cId="3752118431" sldId="320"/>
            <ac:graphicFrameMk id="7" creationId="{B05DF153-BFD8-5499-76B4-682BD48D45C8}"/>
          </ac:graphicFrameMkLst>
        </pc:graphicFrameChg>
      </pc:sldChg>
      <pc:sldChg chg="modSp">
        <pc:chgData name="DOmce Domce" userId="23a5703107489ec2" providerId="Windows Live" clId="Web-{2A50D424-4812-6A79-4454-599FCD2315B4}" dt="2025-09-04T22:05:05.193" v="48" actId="20577"/>
        <pc:sldMkLst>
          <pc:docMk/>
          <pc:sldMk cId="1607455252" sldId="321"/>
        </pc:sldMkLst>
        <pc:spChg chg="mod">
          <ac:chgData name="DOmce Domce" userId="23a5703107489ec2" providerId="Windows Live" clId="Web-{2A50D424-4812-6A79-4454-599FCD2315B4}" dt="2025-09-04T22:03:27.352" v="42" actId="20577"/>
          <ac:spMkLst>
            <pc:docMk/>
            <pc:sldMk cId="1607455252" sldId="321"/>
            <ac:spMk id="2" creationId="{2CD97761-0B88-A5E8-0B78-C39173D05F4D}"/>
          </ac:spMkLst>
        </pc:spChg>
        <pc:spChg chg="mod">
          <ac:chgData name="DOmce Domce" userId="23a5703107489ec2" providerId="Windows Live" clId="Web-{2A50D424-4812-6A79-4454-599FCD2315B4}" dt="2025-09-04T22:05:05.193" v="48" actId="20577"/>
          <ac:spMkLst>
            <pc:docMk/>
            <pc:sldMk cId="1607455252" sldId="321"/>
            <ac:spMk id="3" creationId="{02BA04E6-CD61-B962-4287-DEC1993C32D6}"/>
          </ac:spMkLst>
        </pc:spChg>
      </pc:sldChg>
      <pc:sldChg chg="addSp modSp">
        <pc:chgData name="DOmce Domce" userId="23a5703107489ec2" providerId="Windows Live" clId="Web-{2A50D424-4812-6A79-4454-599FCD2315B4}" dt="2025-09-04T21:59:44.268" v="25" actId="1076"/>
        <pc:sldMkLst>
          <pc:docMk/>
          <pc:sldMk cId="3378822495" sldId="322"/>
        </pc:sldMkLst>
        <pc:spChg chg="mod">
          <ac:chgData name="DOmce Domce" userId="23a5703107489ec2" providerId="Windows Live" clId="Web-{2A50D424-4812-6A79-4454-599FCD2315B4}" dt="2025-09-04T21:59:20.673" v="21" actId="20577"/>
          <ac:spMkLst>
            <pc:docMk/>
            <pc:sldMk cId="3378822495" sldId="322"/>
            <ac:spMk id="2" creationId="{75454C9E-20FB-B999-9303-C71D1334BAD7}"/>
          </ac:spMkLst>
        </pc:spChg>
        <pc:picChg chg="add mod">
          <ac:chgData name="DOmce Domce" userId="23a5703107489ec2" providerId="Windows Live" clId="Web-{2A50D424-4812-6A79-4454-599FCD2315B4}" dt="2025-09-04T21:59:44.268" v="25" actId="1076"/>
          <ac:picMkLst>
            <pc:docMk/>
            <pc:sldMk cId="3378822495" sldId="322"/>
            <ac:picMk id="3" creationId="{5BE8C9F5-3C2F-C23A-7D2B-61F56E56D619}"/>
          </ac:picMkLst>
        </pc:picChg>
      </pc:sldChg>
      <pc:sldChg chg="new del">
        <pc:chgData name="DOmce Domce" userId="23a5703107489ec2" providerId="Windows Live" clId="Web-{2A50D424-4812-6A79-4454-599FCD2315B4}" dt="2025-09-04T22:06:27.091" v="62"/>
        <pc:sldMkLst>
          <pc:docMk/>
          <pc:sldMk cId="1609282793" sldId="323"/>
        </pc:sldMkLst>
      </pc:sldChg>
      <pc:sldChg chg="addSp delSp modSp add replId modNotes">
        <pc:chgData name="DOmce Domce" userId="23a5703107489ec2" providerId="Windows Live" clId="Web-{2A50D424-4812-6A79-4454-599FCD2315B4}" dt="2025-09-04T22:28:29.733" v="241" actId="1076"/>
        <pc:sldMkLst>
          <pc:docMk/>
          <pc:sldMk cId="2019240884" sldId="323"/>
        </pc:sldMkLst>
        <pc:spChg chg="mod">
          <ac:chgData name="DOmce Domce" userId="23a5703107489ec2" providerId="Windows Live" clId="Web-{2A50D424-4812-6A79-4454-599FCD2315B4}" dt="2025-09-04T22:13:32.916" v="110" actId="1076"/>
          <ac:spMkLst>
            <pc:docMk/>
            <pc:sldMk cId="2019240884" sldId="323"/>
            <ac:spMk id="3" creationId="{E96EDC30-ADC5-D67C-3AA2-BC8D6E7373C5}"/>
          </ac:spMkLst>
        </pc:spChg>
        <pc:spChg chg="mod">
          <ac:chgData name="DOmce Domce" userId="23a5703107489ec2" providerId="Windows Live" clId="Web-{2A50D424-4812-6A79-4454-599FCD2315B4}" dt="2025-09-04T22:19:39.491" v="139" actId="20577"/>
          <ac:spMkLst>
            <pc:docMk/>
            <pc:sldMk cId="2019240884" sldId="323"/>
            <ac:spMk id="6" creationId="{E9B6A9B1-2FB6-4464-B720-9EA9A738327A}"/>
          </ac:spMkLst>
        </pc:spChg>
        <pc:graphicFrameChg chg="mod topLvl modGraphic">
          <ac:chgData name="DOmce Domce" userId="23a5703107489ec2" providerId="Windows Live" clId="Web-{2A50D424-4812-6A79-4454-599FCD2315B4}" dt="2025-09-04T22:28:29.733" v="241" actId="1076"/>
          <ac:graphicFrameMkLst>
            <pc:docMk/>
            <pc:sldMk cId="2019240884" sldId="323"/>
            <ac:graphicFrameMk id="7" creationId="{047611EF-E257-83D3-B1B8-78860FFBF438}"/>
          </ac:graphicFrameMkLst>
        </pc:graphicFrameChg>
      </pc:sldChg>
    </pc:docChg>
  </pc:docChgLst>
  <pc:docChgLst>
    <pc:chgData name="DOmce Domce" userId="23a5703107489ec2" providerId="Windows Live" clId="Web-{99D2E284-C7E9-FC54-B355-7513290A5522}"/>
    <pc:docChg chg="modSld">
      <pc:chgData name="DOmce Domce" userId="23a5703107489ec2" providerId="Windows Live" clId="Web-{99D2E284-C7E9-FC54-B355-7513290A5522}" dt="2025-09-05T10:05:19.731" v="382"/>
      <pc:docMkLst>
        <pc:docMk/>
      </pc:docMkLst>
      <pc:sldChg chg="modNotes">
        <pc:chgData name="DOmce Domce" userId="23a5703107489ec2" providerId="Windows Live" clId="Web-{99D2E284-C7E9-FC54-B355-7513290A5522}" dt="2025-09-05T09:27:00.185" v="18"/>
        <pc:sldMkLst>
          <pc:docMk/>
          <pc:sldMk cId="2906152353" sldId="318"/>
        </pc:sldMkLst>
      </pc:sldChg>
      <pc:sldChg chg="modNotes">
        <pc:chgData name="DOmce Domce" userId="23a5703107489ec2" providerId="Windows Live" clId="Web-{99D2E284-C7E9-FC54-B355-7513290A5522}" dt="2025-09-05T09:25:02.418" v="1"/>
        <pc:sldMkLst>
          <pc:docMk/>
          <pc:sldMk cId="3752118431" sldId="320"/>
        </pc:sldMkLst>
      </pc:sldChg>
      <pc:sldChg chg="modNotes">
        <pc:chgData name="DOmce Domce" userId="23a5703107489ec2" providerId="Windows Live" clId="Web-{99D2E284-C7E9-FC54-B355-7513290A5522}" dt="2025-09-05T09:26:10.559" v="17"/>
        <pc:sldMkLst>
          <pc:docMk/>
          <pc:sldMk cId="2019240884" sldId="323"/>
        </pc:sldMkLst>
      </pc:sldChg>
      <pc:sldChg chg="modNotes">
        <pc:chgData name="DOmce Domce" userId="23a5703107489ec2" providerId="Windows Live" clId="Web-{99D2E284-C7E9-FC54-B355-7513290A5522}" dt="2025-09-05T09:29:39.264" v="48"/>
        <pc:sldMkLst>
          <pc:docMk/>
          <pc:sldMk cId="3523443399" sldId="324"/>
        </pc:sldMkLst>
      </pc:sldChg>
      <pc:sldChg chg="modSp modNotes">
        <pc:chgData name="DOmce Domce" userId="23a5703107489ec2" providerId="Windows Live" clId="Web-{99D2E284-C7E9-FC54-B355-7513290A5522}" dt="2025-09-05T09:36:02.737" v="261" actId="20577"/>
        <pc:sldMkLst>
          <pc:docMk/>
          <pc:sldMk cId="1329389452" sldId="325"/>
        </pc:sldMkLst>
        <pc:spChg chg="mod">
          <ac:chgData name="DOmce Domce" userId="23a5703107489ec2" providerId="Windows Live" clId="Web-{99D2E284-C7E9-FC54-B355-7513290A5522}" dt="2025-09-05T09:36:02.737" v="261" actId="20577"/>
          <ac:spMkLst>
            <pc:docMk/>
            <pc:sldMk cId="1329389452" sldId="325"/>
            <ac:spMk id="3" creationId="{A2DCB02D-D2D5-376B-BC73-CCE7B386BAB1}"/>
          </ac:spMkLst>
        </pc:spChg>
        <pc:graphicFrameChg chg="mod">
          <ac:chgData name="DOmce Domce" userId="23a5703107489ec2" providerId="Windows Live" clId="Web-{99D2E284-C7E9-FC54-B355-7513290A5522}" dt="2025-09-05T09:34:23.330" v="198" actId="14100"/>
          <ac:graphicFrameMkLst>
            <pc:docMk/>
            <pc:sldMk cId="1329389452" sldId="325"/>
            <ac:graphicFrameMk id="5" creationId="{FE461F38-D881-525E-1342-5C7EF6338492}"/>
          </ac:graphicFrameMkLst>
        </pc:graphicFrameChg>
      </pc:sldChg>
      <pc:sldChg chg="modNotes">
        <pc:chgData name="DOmce Domce" userId="23a5703107489ec2" providerId="Windows Live" clId="Web-{99D2E284-C7E9-FC54-B355-7513290A5522}" dt="2025-09-05T09:38:57.791" v="288"/>
        <pc:sldMkLst>
          <pc:docMk/>
          <pc:sldMk cId="2136951762" sldId="326"/>
        </pc:sldMkLst>
      </pc:sldChg>
      <pc:sldChg chg="addSp delSp modSp modNotes">
        <pc:chgData name="DOmce Domce" userId="23a5703107489ec2" providerId="Windows Live" clId="Web-{99D2E284-C7E9-FC54-B355-7513290A5522}" dt="2025-09-05T09:53:42.947" v="375" actId="1076"/>
        <pc:sldMkLst>
          <pc:docMk/>
          <pc:sldMk cId="1034547787" sldId="328"/>
        </pc:sldMkLst>
        <pc:spChg chg="mod">
          <ac:chgData name="DOmce Domce" userId="23a5703107489ec2" providerId="Windows Live" clId="Web-{99D2E284-C7E9-FC54-B355-7513290A5522}" dt="2025-09-05T09:53:42.947" v="375" actId="1076"/>
          <ac:spMkLst>
            <pc:docMk/>
            <pc:sldMk cId="1034547787" sldId="328"/>
            <ac:spMk id="3" creationId="{46F7EBF2-494B-78DA-B34B-E1A4F2F631B8}"/>
          </ac:spMkLst>
        </pc:spChg>
        <pc:picChg chg="add mod">
          <ac:chgData name="DOmce Domce" userId="23a5703107489ec2" providerId="Windows Live" clId="Web-{99D2E284-C7E9-FC54-B355-7513290A5522}" dt="2025-09-05T09:52:12.213" v="324" actId="1076"/>
          <ac:picMkLst>
            <pc:docMk/>
            <pc:sldMk cId="1034547787" sldId="328"/>
            <ac:picMk id="6" creationId="{583D04EE-752A-EDE2-3C2A-255D77AE0A6F}"/>
          </ac:picMkLst>
        </pc:picChg>
      </pc:sldChg>
      <pc:sldChg chg="modNotes">
        <pc:chgData name="DOmce Domce" userId="23a5703107489ec2" providerId="Windows Live" clId="Web-{99D2E284-C7E9-FC54-B355-7513290A5522}" dt="2025-09-05T09:55:04.040" v="380"/>
        <pc:sldMkLst>
          <pc:docMk/>
          <pc:sldMk cId="377589832" sldId="329"/>
        </pc:sldMkLst>
      </pc:sldChg>
      <pc:sldChg chg="modNotes">
        <pc:chgData name="DOmce Domce" userId="23a5703107489ec2" providerId="Windows Live" clId="Web-{99D2E284-C7E9-FC54-B355-7513290A5522}" dt="2025-09-05T10:05:19.731" v="382"/>
        <pc:sldMkLst>
          <pc:docMk/>
          <pc:sldMk cId="182828088" sldId="33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3A5703107489EC2/Presentation%206_Pi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3A5703107489EC2/Presentation%206_Pi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3A5703107489EC2/Presentation%206_BarClustere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3A5703107489EC2/Presentation%206_Pi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3A5703107489EC2/Presentation%206_Lin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3A5703107489EC2/Presentation%206_Pie%20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85D-4DD2-9180-8DD5B7B4DA5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85D-4DD2-9180-8DD5B7B4DA5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85D-4DD2-9180-8DD5B7B4DA5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85D-4DD2-9180-8DD5B7B4DA5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AU Offline</c:v>
                </c:pt>
                <c:pt idx="1">
                  <c:v>Other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4.7E-2</c:v>
                </c:pt>
                <c:pt idx="1">
                  <c:v>0.95299999999999996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A82-499C-958E-7E00AD74D3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00E-4096-9FC5-58E8AF571E1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00E-4096-9FC5-58E8AF571E1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00E-4096-9FC5-58E8AF571E1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00E-4096-9FC5-58E8AF571E1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Offline</c:v>
                </c:pt>
                <c:pt idx="1">
                  <c:v>Online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0.75</c:v>
                </c:pt>
                <c:pt idx="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58-4B8A-B060-308215CFC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Europe</c:v>
                </c:pt>
                <c:pt idx="1">
                  <c:v>Australia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2401</c:v>
                </c:pt>
                <c:pt idx="1">
                  <c:v>892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31-434A-8042-CE29EBF131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Europe</c:v>
                </c:pt>
                <c:pt idx="1">
                  <c:v>Australia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14000</c:v>
                </c:pt>
                <c:pt idx="1">
                  <c:v>7371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31-434A-8042-CE29EBF131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92901871"/>
        <c:axId val="692903311"/>
      </c:barChart>
      <c:catAx>
        <c:axId val="6929018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903311"/>
        <c:crosses val="autoZero"/>
        <c:auto val="1"/>
        <c:lblAlgn val="ctr"/>
        <c:lblOffset val="100"/>
        <c:noMultiLvlLbl val="0"/>
      </c:catAx>
      <c:valAx>
        <c:axId val="6929033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901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25C-4865-B81D-6F02B03C679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25C-4865-B81D-6F02B03C679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25C-4865-B81D-6F02B03C679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25C-4865-B81D-6F02B03C679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AU Offline</c:v>
                </c:pt>
                <c:pt idx="1">
                  <c:v>Other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4.7E-2</c:v>
                </c:pt>
                <c:pt idx="1">
                  <c:v>0.95299999999999996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D89-4DFE-9F87-7045F2A28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336</c:v>
                </c:pt>
                <c:pt idx="1">
                  <c:v>219</c:v>
                </c:pt>
                <c:pt idx="2">
                  <c:v>304</c:v>
                </c:pt>
                <c:pt idx="3">
                  <c:v>269</c:v>
                </c:pt>
                <c:pt idx="4">
                  <c:v>293</c:v>
                </c:pt>
                <c:pt idx="5">
                  <c:v>719</c:v>
                </c:pt>
                <c:pt idx="6">
                  <c:v>1740</c:v>
                </c:pt>
                <c:pt idx="7">
                  <c:v>1789</c:v>
                </c:pt>
                <c:pt idx="8">
                  <c:v>1791</c:v>
                </c:pt>
                <c:pt idx="9">
                  <c:v>1968</c:v>
                </c:pt>
                <c:pt idx="10">
                  <c:v>2103</c:v>
                </c:pt>
                <c:pt idx="11">
                  <c:v>2050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CF-4EF3-9BCC-0EDE034FE4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400</c:v>
                </c:pt>
                <c:pt idx="1">
                  <c:v>325</c:v>
                </c:pt>
                <c:pt idx="2">
                  <c:v>441</c:v>
                </c:pt>
                <c:pt idx="3">
                  <c:v>428</c:v>
                </c:pt>
                <c:pt idx="4">
                  <c:v>428</c:v>
                </c:pt>
                <c:pt idx="5">
                  <c:v>390</c:v>
                </c:pt>
                <c:pt idx="6">
                  <c:v>385</c:v>
                </c:pt>
                <c:pt idx="7">
                  <c:v>285</c:v>
                </c:pt>
                <c:pt idx="8">
                  <c:v>352</c:v>
                </c:pt>
                <c:pt idx="9">
                  <c:v>321</c:v>
                </c:pt>
                <c:pt idx="10">
                  <c:v>383</c:v>
                </c:pt>
                <c:pt idx="11">
                  <c:v>378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CF-4EF3-9BCC-0EDE034FE4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92901871"/>
        <c:axId val="692899471"/>
      </c:lineChart>
      <c:catAx>
        <c:axId val="692901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899471"/>
        <c:crosses val="autoZero"/>
        <c:auto val="1"/>
        <c:lblAlgn val="ctr"/>
        <c:lblOffset val="100"/>
        <c:noMultiLvlLbl val="0"/>
      </c:catAx>
      <c:valAx>
        <c:axId val="692899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901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D13-4998-BFE5-F26A791056B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D13-4998-BFE5-F26A791056B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D13-4998-BFE5-F26A791056B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Bikes</c:v>
                </c:pt>
                <c:pt idx="1">
                  <c:v>Components</c:v>
                </c:pt>
                <c:pt idx="2">
                  <c:v>Clothing &amp; Accesories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0.85</c:v>
                </c:pt>
                <c:pt idx="1">
                  <c:v>0.12</c:v>
                </c:pt>
                <c:pt idx="2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9C-4161-A44F-5FD6CA6716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2012, </a:t>
            </a:r>
            <a:r>
              <a:rPr lang="en-US" dirty="0" err="1"/>
              <a:t>AdventureWorks</a:t>
            </a:r>
            <a:r>
              <a:rPr lang="en-US" dirty="0"/>
              <a:t> was operating with a stable revenue base of $37.68M, primarily driven by offline sales and modest online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350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448C4-000D-AB40-55DA-27898C6C7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C361C-6362-269A-F03D-41F6E16C3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092A8-1E62-7178-CA11-90633EF8B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2013, the company grew the operating revenue to total of $48.97M Which is a solid 30% growth.  </a:t>
            </a:r>
          </a:p>
          <a:p>
            <a:r>
              <a:rPr lang="en-US" dirty="0"/>
              <a:t>Online sales surged reaching $11.86M with 67.9% growth </a:t>
            </a:r>
          </a:p>
          <a:p>
            <a:r>
              <a:rPr lang="en-US" dirty="0"/>
              <a:t>Offline sales scaled up to 37 mil with 21% growth.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We can see that Offline sales still dominate, but the it is 6% lower compared to 2012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F13D1-5621-EC07-591A-0672D4F87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546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company had a strong presence </a:t>
            </a:r>
            <a:r>
              <a:rPr lang="en-US" dirty="0" err="1"/>
              <a:t>amogs</a:t>
            </a:r>
            <a:r>
              <a:rPr lang="en-US" dirty="0"/>
              <a:t> all regions, however </a:t>
            </a:r>
            <a:r>
              <a:rPr lang="en-US" dirty="0">
                <a:ea typeface="Calibri"/>
                <a:cs typeface="Calibri"/>
              </a:rPr>
              <a:t>two stand out from others -&gt; AU and EU (which consists of GB/FR/DE)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AU reached growth of 74%</a:t>
            </a:r>
          </a:p>
          <a:p>
            <a:r>
              <a:rPr lang="en-US" dirty="0">
                <a:ea typeface="Calibri"/>
                <a:cs typeface="Calibri"/>
              </a:rPr>
              <a:t>EU touched the sky with 172% increase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These two regions combined made 84% of overall growth when we compare 2012 &amp; 2013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628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Mainly Two things contributed to the overall growth</a:t>
            </a:r>
          </a:p>
          <a:p>
            <a:r>
              <a:rPr lang="en-US" dirty="0">
                <a:ea typeface="Calibri"/>
                <a:cs typeface="Calibri"/>
              </a:rPr>
              <a:t>First one: AU offline channel launch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Might look insignificant? </a:t>
            </a:r>
          </a:p>
          <a:p>
            <a:r>
              <a:rPr lang="en-US" dirty="0">
                <a:ea typeface="Calibri"/>
                <a:cs typeface="Calibri"/>
              </a:rPr>
              <a:t>However it is 3.7% of the total revenue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083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2nd what has happened: Online </a:t>
            </a:r>
            <a:r>
              <a:rPr lang="en-US" dirty="0" err="1">
                <a:ea typeface="Calibri"/>
                <a:cs typeface="Calibri"/>
              </a:rPr>
              <a:t>Campaing</a:t>
            </a:r>
            <a:r>
              <a:rPr lang="en-US" dirty="0">
                <a:ea typeface="Calibri"/>
                <a:cs typeface="Calibri"/>
              </a:rPr>
              <a:t> launch of Clothing &amp; Accessories categories</a:t>
            </a:r>
          </a:p>
          <a:p>
            <a:r>
              <a:rPr lang="en-US" dirty="0">
                <a:ea typeface="Calibri"/>
                <a:cs typeface="Calibri"/>
              </a:rPr>
              <a:t>It also happened May 2013 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In its 1st month it our order count was doubled</a:t>
            </a:r>
          </a:p>
          <a:p>
            <a:r>
              <a:rPr lang="en-US" dirty="0">
                <a:ea typeface="Calibri"/>
                <a:cs typeface="Calibri"/>
              </a:rPr>
              <a:t>In 6 </a:t>
            </a:r>
            <a:r>
              <a:rPr lang="en-US" dirty="0" err="1">
                <a:ea typeface="Calibri"/>
                <a:cs typeface="Calibri"/>
              </a:rPr>
              <a:t>months time</a:t>
            </a:r>
            <a:r>
              <a:rPr lang="en-US" dirty="0">
                <a:ea typeface="Calibri"/>
                <a:cs typeface="Calibri"/>
              </a:rPr>
              <a:t> the order count was sextupled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252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>
                <a:cs typeface="+mn-lt"/>
              </a:rPr>
              <a:t>I would like to </a:t>
            </a:r>
            <a:r>
              <a:rPr lang="en-US" dirty="0" err="1">
                <a:cs typeface="+mn-lt"/>
              </a:rPr>
              <a:t>ellborate</a:t>
            </a:r>
            <a:r>
              <a:rPr lang="en-US" dirty="0">
                <a:cs typeface="+mn-lt"/>
              </a:rPr>
              <a:t> a bit about this campaign</a:t>
            </a:r>
            <a:br>
              <a:rPr lang="en-US" dirty="0">
                <a:cs typeface="+mn-lt"/>
              </a:rPr>
            </a:br>
            <a:r>
              <a:rPr lang="en-US" dirty="0"/>
              <a:t>This chart confirms that </a:t>
            </a:r>
            <a:r>
              <a:rPr lang="en-US" dirty="0" err="1"/>
              <a:t>AdventureWorks</a:t>
            </a:r>
            <a:r>
              <a:rPr lang="en-US" dirty="0"/>
              <a:t> is fundamentally a bike company.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It validates where the bulk of investment, inventory, and marketing has gone.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However, this here shows new waters for new business.</a:t>
            </a:r>
            <a:endParaRPr lang="en-US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Despite launching mid-year, Clothing &amp; Accessories captured </a:t>
            </a:r>
            <a:r>
              <a:rPr lang="en-US" b="1" dirty="0"/>
              <a:t>3% of total </a:t>
            </a:r>
            <a:r>
              <a:rPr lang="en-US" b="1" dirty="0" err="1"/>
              <a:t>adventureworks</a:t>
            </a:r>
            <a:r>
              <a:rPr lang="en-US" b="1" dirty="0"/>
              <a:t> revenue</a:t>
            </a:r>
            <a:r>
              <a:rPr lang="en-US" dirty="0"/>
              <a:t> — that’s not trivial.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This growth came </a:t>
            </a:r>
            <a:r>
              <a:rPr lang="en-US" b="1" dirty="0"/>
              <a:t>entirely through online channels</a:t>
            </a:r>
            <a:r>
              <a:rPr lang="en-US" dirty="0"/>
              <a:t>, meaning these categories have : 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b="1" dirty="0"/>
              <a:t>Low overhead</a:t>
            </a:r>
            <a:endParaRPr lang="en-US" b="1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Fewer fixed costs = more profit per sale.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dirty="0"/>
              <a:t>No need for retail space, staff, or physical inventory handling.</a:t>
            </a:r>
            <a:endParaRPr lang="en-US" dirty="0">
              <a:solidFill>
                <a:srgbClr val="444444"/>
              </a:solidFill>
            </a:endParaRPr>
          </a:p>
          <a:p>
            <a:pPr lvl="1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b="1" dirty="0"/>
              <a:t>High scalability</a:t>
            </a:r>
            <a:endParaRPr lang="en-US" b="1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You can reach A LOT more customers without increasing costs.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If one campaign works, you can replicate it across geographies or segments instantly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endParaRPr lang="en-US" dirty="0"/>
          </a:p>
          <a:p>
            <a:r>
              <a:rPr lang="en-US" dirty="0"/>
              <a:t>While bikes do remain our revenue engine, the rapid traction of clothing and accessories shows a scalable opportunity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61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These products </a:t>
            </a:r>
            <a:r>
              <a:rPr lang="en-US" dirty="0" err="1">
                <a:ea typeface="Calibri"/>
                <a:cs typeface="Calibri"/>
              </a:rPr>
              <a:t>compliment</a:t>
            </a:r>
            <a:r>
              <a:rPr lang="en-US" dirty="0">
                <a:ea typeface="Calibri"/>
                <a:cs typeface="Calibri"/>
              </a:rPr>
              <a:t> a lot of bike purchases, confirming that Clothing &amp; Accessories as a </a:t>
            </a:r>
            <a:r>
              <a:rPr lang="en-US" dirty="0"/>
              <a:t>category is</a:t>
            </a:r>
            <a:r>
              <a:rPr lang="en-US" dirty="0">
                <a:ea typeface="Calibri"/>
                <a:cs typeface="Calibri"/>
              </a:rPr>
              <a:t> growing 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This package isn’t just a sale — it’s the start of a </a:t>
            </a:r>
            <a:r>
              <a:rPr lang="en-US" b="1" dirty="0"/>
              <a:t>customer journey </a:t>
            </a:r>
            <a:r>
              <a:rPr lang="en-US" dirty="0"/>
              <a:t>because  It opens doors to future purchases: maintenance kits, performance gear</a:t>
            </a: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“The Newcomers Package isn’t just a product bundle — it’s a strategic entry point. These top-ranked items drive upsell can deepen brand engagement, and validate our shift toward scalable, high-margin categories.”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312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Fast-moving goods are driving growth — but our current inventory cycle can’t keep up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And I want to point out STR.</a:t>
            </a:r>
          </a:p>
          <a:p>
            <a:r>
              <a:rPr lang="en-US" dirty="0">
                <a:ea typeface="Calibri"/>
                <a:cs typeface="Calibri"/>
              </a:rPr>
              <a:t>Basically the index shows how fast or slow inventory is replenished in comparison to sales.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1 = Once per month</a:t>
            </a:r>
          </a:p>
          <a:p>
            <a:r>
              <a:rPr lang="en-US" dirty="0">
                <a:ea typeface="Calibri"/>
                <a:cs typeface="Calibri"/>
              </a:rPr>
              <a:t>Too </a:t>
            </a:r>
            <a:r>
              <a:rPr lang="en-US" b="1" dirty="0">
                <a:ea typeface="Calibri"/>
                <a:cs typeface="Calibri"/>
              </a:rPr>
              <a:t>high</a:t>
            </a:r>
            <a:r>
              <a:rPr lang="en-US" b="1" dirty="0"/>
              <a:t> STR </a:t>
            </a:r>
            <a:r>
              <a:rPr lang="en-US" dirty="0"/>
              <a:t>means inventory is selling too quickly — risking running out of stock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Too </a:t>
            </a:r>
            <a:r>
              <a:rPr lang="en-US" b="1" dirty="0"/>
              <a:t>low STR </a:t>
            </a:r>
            <a:r>
              <a:rPr lang="en-US" dirty="0"/>
              <a:t>may suggest  slow sales, or poor inventory management.</a:t>
            </a:r>
            <a:br>
              <a:rPr lang="en-US" dirty="0">
                <a:cs typeface="+mn-lt"/>
              </a:rPr>
            </a:br>
            <a:br>
              <a:rPr lang="en-US" dirty="0">
                <a:cs typeface="+mn-lt"/>
              </a:rPr>
            </a:br>
            <a:r>
              <a:rPr lang="en-US" dirty="0">
                <a:ea typeface="Calibri"/>
                <a:cs typeface="Calibri"/>
              </a:rPr>
              <a:t>As given on the list these top items have STR above 1.</a:t>
            </a:r>
          </a:p>
          <a:p>
            <a:r>
              <a:rPr lang="en-US" dirty="0"/>
              <a:t>with online purchases </a:t>
            </a:r>
            <a:r>
              <a:rPr lang="en-US" dirty="0">
                <a:ea typeface="Calibri"/>
                <a:cs typeface="Calibri"/>
              </a:rPr>
              <a:t> that is the main risk , they go out fast and in bundles.</a:t>
            </a:r>
            <a:endParaRPr lang="en-US"/>
          </a:p>
          <a:p>
            <a:r>
              <a:rPr lang="en-US" dirty="0"/>
              <a:t>Bulk online shopping amplifies this — demand spikes faster than replenishment.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Our inventory velocity isn’t aligned with seasonal demand. Fast-moving products — especially in summer — are outpacing our restocking rhythm. </a:t>
            </a:r>
          </a:p>
          <a:p>
            <a:r>
              <a:rPr lang="en-US" dirty="0"/>
              <a:t>To sustain growth, we need smarter forecasting, tighter supply chain , and dynamic inventory strategy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385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30A9B-AF6F-3095-52D1-53B8BE92C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58DC4-871F-872D-B30B-53D819CAF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FD1A4-C01E-E528-0A66-DF6ED41C9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“Limited variety in high-demand categories is capping our growth. Strategic assortment expansion can drive incremental revenue.”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High STR + low variety = </a:t>
            </a:r>
            <a:r>
              <a:rPr lang="en-US" b="1" dirty="0"/>
              <a:t>missed upsell potential</a:t>
            </a:r>
            <a:endParaRPr lang="en-US" b="1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These type of products are like ice-cream -&gt; there is never enough choices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Currently </a:t>
            </a:r>
            <a:r>
              <a:rPr lang="en-US" dirty="0"/>
              <a:t>our top categories are under-assorted. By expanding these options, we can capture more demand, increase basket size, and deepen brand loyalty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A1616-C02E-8961-4260-CA7DE3103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633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0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34" y="-1"/>
            <a:ext cx="11288278" cy="2063022"/>
          </a:xfrm>
        </p:spPr>
        <p:txBody>
          <a:bodyPr/>
          <a:lstStyle/>
          <a:p>
            <a:pPr algn="ctr"/>
            <a:r>
              <a:rPr lang="en-US" sz="5400" i="1" err="1">
                <a:ea typeface="+mj-lt"/>
                <a:cs typeface="+mj-lt"/>
              </a:rPr>
              <a:t>AdventureWorks</a:t>
            </a:r>
            <a:r>
              <a:rPr lang="en-US" sz="5400" i="1" dirty="0">
                <a:ea typeface="+mj-lt"/>
                <a:cs typeface="+mj-lt"/>
              </a:rPr>
              <a:t>: </a:t>
            </a:r>
            <a:br>
              <a:rPr lang="en-US" sz="5400" i="1" dirty="0">
                <a:ea typeface="+mj-lt"/>
                <a:cs typeface="+mj-lt"/>
              </a:rPr>
            </a:br>
            <a:r>
              <a:rPr lang="en-US" sz="5400" i="1" dirty="0">
                <a:ea typeface="+mj-lt"/>
                <a:cs typeface="+mj-lt"/>
              </a:rPr>
              <a:t>Scaling Smart</a:t>
            </a:r>
            <a:endParaRPr lang="en-US" sz="5400" i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E8C9F5-3C2F-C23A-7D2B-61F56E56D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253" y="2964051"/>
            <a:ext cx="3893949" cy="389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 i="1" err="1">
                <a:latin typeface="Tisa Offc Serif Pro"/>
              </a:rPr>
              <a:t>AdventureWorks</a:t>
            </a:r>
            <a:r>
              <a:rPr lang="en-US" i="1" dirty="0">
                <a:latin typeface="Tisa Offc Serif Pro"/>
              </a:rPr>
              <a:t> Roadmap Overview</a:t>
            </a:r>
            <a:endParaRPr lang="en-US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1. Growth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Key metrics and milestones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Regional Performance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Main Initiatives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2. Sales to Revenue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Sales performance trends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3. Assortment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New arrivals and seasonal planning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4. Challenges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Inventory planning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Assortment competition</a:t>
            </a:r>
            <a:endParaRPr lang="en-US" dirty="0"/>
          </a:p>
          <a:p>
            <a:r>
              <a:rPr lang="en-US" b="1" dirty="0"/>
              <a:t>5. Key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064" y="148209"/>
            <a:ext cx="5775232" cy="1210379"/>
          </a:xfrm>
        </p:spPr>
        <p:txBody>
          <a:bodyPr/>
          <a:lstStyle/>
          <a:p>
            <a:r>
              <a:rPr lang="en-US" i="1" noProof="1">
                <a:ea typeface="+mj-lt"/>
                <a:cs typeface="+mj-lt"/>
              </a:rPr>
              <a:t>AdventureWorks</a:t>
            </a:r>
            <a:r>
              <a:rPr lang="en-US" i="1" dirty="0">
                <a:ea typeface="+mj-lt"/>
                <a:cs typeface="+mj-lt"/>
              </a:rPr>
              <a:t> in 2012: </a:t>
            </a:r>
            <a:br>
              <a:rPr lang="en-US" i="1" dirty="0">
                <a:ea typeface="+mj-lt"/>
                <a:cs typeface="+mj-lt"/>
              </a:rPr>
            </a:br>
            <a:r>
              <a:rPr lang="en-US" i="1" dirty="0">
                <a:ea typeface="+mj-lt"/>
                <a:cs typeface="+mj-lt"/>
              </a:rPr>
              <a:t>A Stable Foundation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BF1FC2-AD5D-5E2B-0C78-49F399FED49E}"/>
              </a:ext>
            </a:extLst>
          </p:cNvPr>
          <p:cNvSpPr txBox="1"/>
          <p:nvPr/>
        </p:nvSpPr>
        <p:spPr>
          <a:xfrm>
            <a:off x="871157" y="1912948"/>
            <a:ext cx="4770893" cy="32644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lnSpc>
                <a:spcPct val="30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Total Revenue:</a:t>
            </a:r>
            <a:r>
              <a:rPr lang="en-US" dirty="0">
                <a:ea typeface="+mn-lt"/>
                <a:cs typeface="+mn-lt"/>
              </a:rPr>
              <a:t> $37.68M</a:t>
            </a:r>
            <a:endParaRPr lang="en-US"/>
          </a:p>
          <a:p>
            <a:pPr marL="742950" lvl="1" indent="-285750">
              <a:lnSpc>
                <a:spcPct val="30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Offline Sales:</a:t>
            </a:r>
            <a:r>
              <a:rPr lang="en-US" dirty="0">
                <a:ea typeface="+mn-lt"/>
                <a:cs typeface="+mn-lt"/>
              </a:rPr>
              <a:t> $30.61M</a:t>
            </a:r>
            <a:endParaRPr lang="en-US"/>
          </a:p>
          <a:p>
            <a:pPr marL="742950" lvl="1" indent="-285750">
              <a:lnSpc>
                <a:spcPct val="30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Online Sales:</a:t>
            </a:r>
            <a:r>
              <a:rPr lang="en-US" dirty="0">
                <a:ea typeface="+mn-lt"/>
                <a:cs typeface="+mn-lt"/>
              </a:rPr>
              <a:t> $7.06M</a:t>
            </a:r>
            <a:endParaRPr lang="en-US"/>
          </a:p>
          <a:p>
            <a:pPr marL="742950" lvl="1" indent="-285750" algn="l">
              <a:lnSpc>
                <a:spcPct val="300000"/>
              </a:lnSpc>
              <a:buFont typeface="Arial"/>
              <a:buChar char="•"/>
            </a:pP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517778F-1D1F-243B-FC41-0980682F72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0779559"/>
              </p:ext>
            </p:extLst>
          </p:nvPr>
        </p:nvGraphicFramePr>
        <p:xfrm>
          <a:off x="6160576" y="1291149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DB4E1-33BC-F024-B06B-89CFB4F96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6EDC30-ADC5-D67C-3AA2-BC8D6E737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064" y="-316"/>
            <a:ext cx="5775232" cy="1210379"/>
          </a:xfrm>
        </p:spPr>
        <p:txBody>
          <a:bodyPr/>
          <a:lstStyle/>
          <a:p>
            <a:r>
              <a:rPr lang="en-US" i="1" dirty="0">
                <a:ea typeface="+mj-lt"/>
                <a:cs typeface="+mj-lt"/>
              </a:rPr>
              <a:t>2013: A Year of Acceleration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6A9B1-2FB6-4464-B720-9EA9A738327A}"/>
              </a:ext>
            </a:extLst>
          </p:cNvPr>
          <p:cNvSpPr txBox="1"/>
          <p:nvPr/>
        </p:nvSpPr>
        <p:spPr>
          <a:xfrm>
            <a:off x="1244219" y="1976448"/>
            <a:ext cx="5216469" cy="32644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30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Total Revenue:</a:t>
            </a:r>
            <a:r>
              <a:rPr lang="en-US" dirty="0">
                <a:ea typeface="+mn-lt"/>
                <a:cs typeface="+mn-lt"/>
              </a:rPr>
              <a:t> $48.97M → 📈 +30%</a:t>
            </a:r>
            <a:endParaRPr lang="en-US" dirty="0"/>
          </a:p>
          <a:p>
            <a:pPr marL="285750" indent="-285750">
              <a:lnSpc>
                <a:spcPct val="30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Online Sales:</a:t>
            </a:r>
            <a:r>
              <a:rPr lang="en-US" dirty="0">
                <a:ea typeface="+mn-lt"/>
                <a:cs typeface="+mn-lt"/>
              </a:rPr>
              <a:t> $11.86M → 📈 +67.9%</a:t>
            </a:r>
            <a:endParaRPr lang="en-US" dirty="0"/>
          </a:p>
          <a:p>
            <a:pPr marL="285750" indent="-285750">
              <a:lnSpc>
                <a:spcPct val="30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Offline Sales:</a:t>
            </a:r>
            <a:r>
              <a:rPr lang="en-US" dirty="0">
                <a:ea typeface="+mn-lt"/>
                <a:cs typeface="+mn-lt"/>
              </a:rPr>
              <a:t> $37.11M → 📈 +21.3%</a:t>
            </a:r>
            <a:endParaRPr lang="en-US" dirty="0"/>
          </a:p>
          <a:p>
            <a:pPr marL="742950" lvl="1" indent="-285750" algn="l">
              <a:lnSpc>
                <a:spcPct val="300000"/>
              </a:lnSpc>
              <a:buFont typeface="Arial"/>
              <a:buChar char="•"/>
            </a:pPr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47611EF-E257-83D3-B1B8-78860FFBF4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529528"/>
              </p:ext>
            </p:extLst>
          </p:nvPr>
        </p:nvGraphicFramePr>
        <p:xfrm>
          <a:off x="6160576" y="1291149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19240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1" y="157"/>
            <a:ext cx="9150675" cy="1427585"/>
          </a:xfrm>
        </p:spPr>
        <p:txBody>
          <a:bodyPr/>
          <a:lstStyle/>
          <a:p>
            <a:r>
              <a:rPr lang="en-US" i="1" dirty="0">
                <a:ea typeface="+mj-lt"/>
                <a:cs typeface="+mj-lt"/>
              </a:rPr>
              <a:t>Growth Concentration: A Strategic Signal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56237" y="1818129"/>
            <a:ext cx="8552264" cy="4119463"/>
          </a:xfrm>
        </p:spPr>
        <p:txBody>
          <a:bodyPr vert="horz" lIns="0" tIns="0" rIns="0" bIns="0" rtlCol="0" anchor="t">
            <a:normAutofit fontScale="85000"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Regional growth</a:t>
            </a:r>
            <a:endParaRPr lang="en-US"/>
          </a:p>
          <a:p>
            <a:pPr>
              <a:lnSpc>
                <a:spcPct val="300000"/>
              </a:lnSpc>
            </a:pPr>
            <a:r>
              <a:rPr lang="en-US" b="1" dirty="0">
                <a:ea typeface="+mn-lt"/>
                <a:cs typeface="+mn-lt"/>
              </a:rPr>
              <a:t>AU Region: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+74%</a:t>
            </a:r>
            <a:endParaRPr lang="en-US">
              <a:solidFill>
                <a:srgbClr val="000000"/>
              </a:solidFill>
            </a:endParaRPr>
          </a:p>
          <a:p>
            <a:pPr>
              <a:lnSpc>
                <a:spcPct val="300000"/>
              </a:lnSpc>
            </a:pPr>
            <a:r>
              <a:rPr lang="en-US" b="1" dirty="0">
                <a:ea typeface="+mn-lt"/>
                <a:cs typeface="+mn-lt"/>
              </a:rPr>
              <a:t>EU Region:</a:t>
            </a:r>
            <a:r>
              <a:rPr lang="en-US" dirty="0">
                <a:ea typeface="+mn-lt"/>
                <a:cs typeface="+mn-lt"/>
              </a:rPr>
              <a:t> +172%</a:t>
            </a:r>
          </a:p>
          <a:p>
            <a:pPr>
              <a:lnSpc>
                <a:spcPct val="300000"/>
              </a:lnSpc>
            </a:pPr>
            <a:endParaRPr lang="en-US" dirty="0"/>
          </a:p>
          <a:p>
            <a:pPr marL="0" indent="0">
              <a:lnSpc>
                <a:spcPct val="300000"/>
              </a:lnSpc>
              <a:buNone/>
            </a:pPr>
            <a:r>
              <a:rPr lang="en-US" dirty="0"/>
              <a:t>Combined contribution </a:t>
            </a:r>
            <a:r>
              <a:rPr lang="en-US" b="1" dirty="0"/>
              <a:t>$9.5M</a:t>
            </a:r>
            <a:r>
              <a:rPr lang="en-US" dirty="0"/>
              <a:t> of the </a:t>
            </a:r>
            <a:r>
              <a:rPr lang="en-US" b="1" dirty="0"/>
              <a:t>$11.3M</a:t>
            </a:r>
            <a:r>
              <a:rPr lang="en-US" dirty="0"/>
              <a:t> total growth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999F565E-FC76-FC4F-8675-69491CA20F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1614609"/>
              </p:ext>
            </p:extLst>
          </p:nvPr>
        </p:nvGraphicFramePr>
        <p:xfrm>
          <a:off x="5598763" y="1194285"/>
          <a:ext cx="6096000" cy="4062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C8BFC-5E4F-12AD-8DD0-F76FA089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549F9-985C-DEEE-6615-191737726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1" y="157"/>
            <a:ext cx="9150675" cy="1427585"/>
          </a:xfrm>
        </p:spPr>
        <p:txBody>
          <a:bodyPr>
            <a:normAutofit/>
          </a:bodyPr>
          <a:lstStyle/>
          <a:p>
            <a:pPr algn="ctr"/>
            <a:r>
              <a:rPr lang="en-US" i="1" dirty="0">
                <a:ea typeface="+mj-lt"/>
                <a:cs typeface="+mj-lt"/>
              </a:rPr>
              <a:t>Australia Offline Launch (May 2013)</a:t>
            </a:r>
            <a:br>
              <a:rPr lang="en-US" i="1" dirty="0">
                <a:ea typeface="+mj-lt"/>
                <a:cs typeface="+mj-lt"/>
              </a:rPr>
            </a:br>
            <a:endParaRPr lang="en-US" i="1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5EBA3-E911-6B6C-0657-301F14C2C2C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14845" y="1560367"/>
            <a:ext cx="8552264" cy="4119463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buNone/>
            </a:pPr>
            <a:r>
              <a:rPr lang="en-US" sz="1600" dirty="0">
                <a:latin typeface="Tisa Offc Serif Pro"/>
              </a:rPr>
              <a:t>Offline expansion unlocked a new revenue stream, marking a strategic pivot.</a:t>
            </a:r>
          </a:p>
          <a:p>
            <a:pPr algn="ctr">
              <a:buNone/>
            </a:pPr>
            <a:endParaRPr lang="en-US" sz="1600" dirty="0">
              <a:latin typeface="Tisa Offc Serif Pro"/>
            </a:endParaRPr>
          </a:p>
          <a:p>
            <a:r>
              <a:rPr lang="en-US" sz="1600" b="1" dirty="0">
                <a:latin typeface="Univers Light"/>
              </a:rPr>
              <a:t>Launch date</a:t>
            </a:r>
            <a:r>
              <a:rPr lang="en-US" sz="1600" dirty="0">
                <a:latin typeface="Univers Light"/>
              </a:rPr>
              <a:t>: May 2013</a:t>
            </a:r>
          </a:p>
          <a:p>
            <a:pPr>
              <a:lnSpc>
                <a:spcPct val="300000"/>
              </a:lnSpc>
              <a:spcAft>
                <a:spcPts val="0"/>
              </a:spcAft>
            </a:pPr>
            <a:r>
              <a:rPr lang="en-US" sz="1800" b="1" dirty="0">
                <a:latin typeface="Univers Light"/>
              </a:rPr>
              <a:t>Offline</a:t>
            </a:r>
            <a:r>
              <a:rPr lang="en-US" sz="1800" b="1" dirty="0"/>
              <a:t> orders: </a:t>
            </a:r>
            <a:r>
              <a:rPr lang="en-US" sz="1800" dirty="0"/>
              <a:t>78</a:t>
            </a:r>
            <a:endParaRPr lang="en-US"/>
          </a:p>
          <a:p>
            <a:pPr marL="285750" indent="-285750">
              <a:lnSpc>
                <a:spcPct val="300000"/>
              </a:lnSpc>
              <a:spcAft>
                <a:spcPts val="0"/>
              </a:spcAft>
            </a:pPr>
            <a:r>
              <a:rPr lang="en-US" sz="1800" b="1" dirty="0">
                <a:ea typeface="+mn-lt"/>
                <a:cs typeface="+mn-lt"/>
              </a:rPr>
              <a:t>Offline Revenue:</a:t>
            </a:r>
            <a:r>
              <a:rPr lang="en-US" sz="1800" dirty="0">
                <a:ea typeface="+mn-lt"/>
                <a:cs typeface="+mn-lt"/>
              </a:rPr>
              <a:t> $1.8M</a:t>
            </a:r>
          </a:p>
          <a:p>
            <a:pPr marL="285750" indent="-285750">
              <a:lnSpc>
                <a:spcPct val="3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ea typeface="+mn-lt"/>
                <a:cs typeface="+mn-lt"/>
              </a:rPr>
              <a:t>3.7% </a:t>
            </a:r>
            <a:r>
              <a:rPr lang="en-US" sz="1800" dirty="0">
                <a:ea typeface="+mn-lt"/>
                <a:cs typeface="+mn-lt"/>
              </a:rPr>
              <a:t>of total revenue</a:t>
            </a:r>
          </a:p>
          <a:p>
            <a:pPr marL="0" indent="0">
              <a:lnSpc>
                <a:spcPct val="300000"/>
              </a:lnSpc>
              <a:spcAft>
                <a:spcPts val="0"/>
              </a:spcAft>
              <a:buNone/>
            </a:pPr>
            <a:endParaRPr lang="en-US" sz="1800" dirty="0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4C338-9B76-562D-CA52-DA704007E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A60274-3ADE-5D6E-9097-CDA806EF9238}"/>
              </a:ext>
            </a:extLst>
          </p:cNvPr>
          <p:cNvCxnSpPr/>
          <p:nvPr/>
        </p:nvCxnSpPr>
        <p:spPr>
          <a:xfrm>
            <a:off x="7214074" y="2556616"/>
            <a:ext cx="365501" cy="1140415"/>
          </a:xfrm>
          <a:prstGeom prst="straightConnector1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B6308C9-6D15-10CC-703C-A99B1EDF68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1168709"/>
              </p:ext>
            </p:extLst>
          </p:nvPr>
        </p:nvGraphicFramePr>
        <p:xfrm>
          <a:off x="5727915" y="2214589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23443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97994-CB78-CDA7-A220-177F4CBD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4D94F-B7E0-67E2-A4B6-B04DF40DC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1" y="157"/>
            <a:ext cx="9150675" cy="1427585"/>
          </a:xfrm>
        </p:spPr>
        <p:txBody>
          <a:bodyPr/>
          <a:lstStyle/>
          <a:p>
            <a:r>
              <a:rPr lang="en-US" i="1" dirty="0">
                <a:ea typeface="+mj-lt"/>
                <a:cs typeface="+mj-lt"/>
              </a:rPr>
              <a:t>Online Campaign Impact (May 2013)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B02D-D2D5-376B-BC73-CCE7B386BAB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51050" y="1289750"/>
            <a:ext cx="8552264" cy="4981397"/>
          </a:xfrm>
        </p:spPr>
        <p:txBody>
          <a:bodyPr vert="horz" lIns="0" tIns="0" rIns="0" bIns="0" rtlCol="0" anchor="t"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dirty="0">
                <a:ea typeface="+mn-lt"/>
                <a:cs typeface="+mn-lt"/>
              </a:rPr>
              <a:t>The Clothing &amp; Accessories campaign was a turning point —  setting the tone for Q3 growth.</a:t>
            </a:r>
            <a:br>
              <a:rPr lang="en-US" dirty="0">
                <a:ea typeface="+mn-lt"/>
                <a:cs typeface="+mn-lt"/>
              </a:rPr>
            </a:br>
            <a:endParaRPr lang="en-US"/>
          </a:p>
          <a:p>
            <a:pPr>
              <a:lnSpc>
                <a:spcPct val="170000"/>
              </a:lnSpc>
            </a:pPr>
            <a:r>
              <a:rPr lang="en-US" dirty="0">
                <a:ea typeface="+mn-lt"/>
                <a:cs typeface="+mn-lt"/>
              </a:rPr>
              <a:t>Launch date -&gt; </a:t>
            </a:r>
            <a:r>
              <a:rPr lang="en-US" b="1" dirty="0">
                <a:ea typeface="+mn-lt"/>
                <a:cs typeface="+mn-lt"/>
              </a:rPr>
              <a:t>May 2013</a:t>
            </a:r>
          </a:p>
          <a:p>
            <a:pPr>
              <a:lnSpc>
                <a:spcPct val="300000"/>
              </a:lnSpc>
            </a:pPr>
            <a:r>
              <a:rPr lang="en-US" dirty="0">
                <a:ea typeface="+mn-lt"/>
                <a:cs typeface="+mn-lt"/>
              </a:rPr>
              <a:t>June Orders: </a:t>
            </a:r>
            <a:r>
              <a:rPr lang="en-US" b="1" dirty="0">
                <a:ea typeface="+mn-lt"/>
                <a:cs typeface="+mn-lt"/>
              </a:rPr>
              <a:t>390  -&gt; 719</a:t>
            </a:r>
          </a:p>
          <a:p>
            <a:pPr>
              <a:lnSpc>
                <a:spcPct val="300000"/>
              </a:lnSpc>
            </a:pPr>
            <a:r>
              <a:rPr lang="en-US" dirty="0"/>
              <a:t>November Orders: </a:t>
            </a:r>
            <a:r>
              <a:rPr lang="en-US" b="1" dirty="0"/>
              <a:t>383  -&gt; 2103</a:t>
            </a:r>
          </a:p>
          <a:p>
            <a:pPr>
              <a:lnSpc>
                <a:spcPct val="270000"/>
              </a:lnSpc>
            </a:pPr>
            <a:r>
              <a:rPr lang="en-US" dirty="0"/>
              <a:t>From </a:t>
            </a:r>
            <a:r>
              <a:rPr lang="en-US" b="1" dirty="0"/>
              <a:t>double </a:t>
            </a:r>
            <a:r>
              <a:rPr lang="en-US" dirty="0"/>
              <a:t>to </a:t>
            </a:r>
            <a:r>
              <a:rPr lang="en-US" b="1" dirty="0"/>
              <a:t>sextuple </a:t>
            </a:r>
            <a:r>
              <a:rPr lang="en-US" dirty="0"/>
              <a:t>in </a:t>
            </a:r>
            <a:r>
              <a:rPr lang="en-US" b="1" dirty="0"/>
              <a:t>24 weeks</a:t>
            </a:r>
            <a:r>
              <a:rPr lang="en-US" dirty="0"/>
              <a:t> </a:t>
            </a:r>
          </a:p>
          <a:p>
            <a:pPr marL="0" indent="0">
              <a:lnSpc>
                <a:spcPct val="270000"/>
              </a:lnSpc>
              <a:buNone/>
            </a:pPr>
            <a:endParaRPr lang="en-US" b="1" dirty="0"/>
          </a:p>
          <a:p>
            <a:pPr>
              <a:lnSpc>
                <a:spcPct val="300000"/>
              </a:lnSpc>
            </a:pPr>
            <a:endParaRPr lang="en-US" dirty="0"/>
          </a:p>
          <a:p>
            <a:pPr marL="0" indent="0">
              <a:lnSpc>
                <a:spcPct val="300000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37DF8-E8E5-97A6-87D0-7888CEEB9B7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E461F38-D881-525E-1342-5C7EF63384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8472759"/>
              </p:ext>
            </p:extLst>
          </p:nvPr>
        </p:nvGraphicFramePr>
        <p:xfrm>
          <a:off x="5531473" y="2286925"/>
          <a:ext cx="6882983" cy="4571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7F2B2F-46D0-285E-2659-A88B58102086}"/>
              </a:ext>
            </a:extLst>
          </p:cNvPr>
          <p:cNvCxnSpPr/>
          <p:nvPr/>
        </p:nvCxnSpPr>
        <p:spPr>
          <a:xfrm>
            <a:off x="9307794" y="4500785"/>
            <a:ext cx="24214" cy="1142287"/>
          </a:xfrm>
          <a:prstGeom prst="straightConnector1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78994D-3D95-DD63-0DF4-9C559B44C5D3}"/>
              </a:ext>
            </a:extLst>
          </p:cNvPr>
          <p:cNvCxnSpPr>
            <a:cxnSpLocks/>
          </p:cNvCxnSpPr>
          <p:nvPr/>
        </p:nvCxnSpPr>
        <p:spPr>
          <a:xfrm>
            <a:off x="11586671" y="3432560"/>
            <a:ext cx="2850" cy="2039595"/>
          </a:xfrm>
          <a:prstGeom prst="straightConnector1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389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1264C-CCB7-5F21-FF8E-793ADC73A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5F22C-566E-B08B-DD7C-D126F7DB9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1" y="157"/>
            <a:ext cx="9150675" cy="1427585"/>
          </a:xfrm>
        </p:spPr>
        <p:txBody>
          <a:bodyPr/>
          <a:lstStyle/>
          <a:p>
            <a:r>
              <a:rPr lang="en-US" i="1" dirty="0">
                <a:ea typeface="+mj-lt"/>
                <a:cs typeface="+mj-lt"/>
              </a:rPr>
              <a:t>Top Products — Dominance &amp; Emerging Potential</a:t>
            </a:r>
            <a:endParaRPr lang="en-US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F4C06-0646-6663-B0E7-141C31CBAEF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40533" y="2145890"/>
            <a:ext cx="8132096" cy="4119463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400" b="1" dirty="0">
                <a:ea typeface="+mn-lt"/>
                <a:cs typeface="+mn-lt"/>
              </a:rPr>
              <a:t>Clothing &amp; Accessories:</a:t>
            </a:r>
            <a:r>
              <a:rPr lang="en-US" sz="1400" dirty="0">
                <a:ea typeface="+mn-lt"/>
                <a:cs typeface="+mn-lt"/>
              </a:rPr>
              <a:t> 3% — introduced mid-2013 via online campaign (1.5 mil USD)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 sz="1400" dirty="0">
                <a:ea typeface="+mn-lt"/>
                <a:cs typeface="+mn-lt"/>
              </a:rPr>
              <a:t>This growth came </a:t>
            </a:r>
            <a:r>
              <a:rPr lang="en-US" sz="1400" b="1" dirty="0">
                <a:ea typeface="+mn-lt"/>
                <a:cs typeface="+mn-lt"/>
              </a:rPr>
              <a:t>entirely through online channels</a:t>
            </a:r>
            <a:endParaRPr lang="en-US" sz="1400" dirty="0">
              <a:ea typeface="+mn-lt"/>
              <a:cs typeface="+mn-lt"/>
            </a:endParaRPr>
          </a:p>
          <a:p>
            <a:pPr>
              <a:lnSpc>
                <a:spcPct val="200000"/>
              </a:lnSpc>
            </a:pPr>
            <a:r>
              <a:rPr lang="en-US" sz="1400" dirty="0">
                <a:ea typeface="+mn-lt"/>
                <a:cs typeface="+mn-lt"/>
              </a:rPr>
              <a:t>They offer cross-sell potential with</a:t>
            </a:r>
            <a:r>
              <a:rPr lang="en-US" sz="1400" b="1" dirty="0">
                <a:ea typeface="+mn-lt"/>
                <a:cs typeface="+mn-lt"/>
              </a:rPr>
              <a:t> all bike buyers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n-US" sz="1400" b="1" dirty="0">
              <a:ea typeface="+mn-lt"/>
              <a:cs typeface="+mn-lt"/>
            </a:endParaRPr>
          </a:p>
          <a:p>
            <a:pPr>
              <a:lnSpc>
                <a:spcPct val="300000"/>
              </a:lnSpc>
            </a:pPr>
            <a:endParaRPr lang="en-US" sz="1400" b="1" dirty="0"/>
          </a:p>
          <a:p>
            <a:pPr>
              <a:lnSpc>
                <a:spcPct val="300000"/>
              </a:lnSpc>
            </a:pPr>
            <a:endParaRPr lang="en-US" sz="1400" b="1" dirty="0"/>
          </a:p>
          <a:p>
            <a:pPr>
              <a:buFont typeface="Arial"/>
              <a:buChar char="•"/>
            </a:pPr>
            <a:r>
              <a:rPr lang="en-US" sz="1400" dirty="0"/>
              <a:t>With targeted campaigns, they could grow a lot more from current 3%</a:t>
            </a:r>
          </a:p>
          <a:p>
            <a:pPr marL="0" indent="0">
              <a:lnSpc>
                <a:spcPct val="300000"/>
              </a:lnSpc>
              <a:buNone/>
            </a:pPr>
            <a:endParaRPr lang="en-US" sz="1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4F7B7-8077-D63C-7310-1B1BAE9DB78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B7DE96D-42E6-3B7B-8070-71455FED7F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1812380"/>
              </p:ext>
            </p:extLst>
          </p:nvPr>
        </p:nvGraphicFramePr>
        <p:xfrm>
          <a:off x="7232617" y="1298816"/>
          <a:ext cx="5547974" cy="4971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36951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6C2-37FC-8D1E-8639-172E99FF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884F-F8A3-988C-41F2-CDCAFCA0A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1" y="157"/>
            <a:ext cx="9150675" cy="1427585"/>
          </a:xfrm>
        </p:spPr>
        <p:txBody>
          <a:bodyPr/>
          <a:lstStyle/>
          <a:p>
            <a:r>
              <a:rPr lang="en-US" i="1" dirty="0">
                <a:ea typeface="+mj-lt"/>
                <a:cs typeface="+mj-lt"/>
              </a:rPr>
              <a:t>Newcomers Package — Gateway to Brand Loyalty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1A3C8-FD6E-9B72-61B5-6EA5804760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37652" y="1427836"/>
            <a:ext cx="8552264" cy="4119463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>
                <a:ea typeface="+mn-lt"/>
                <a:cs typeface="+mn-lt"/>
              </a:rPr>
              <a:t>A curated bundle of </a:t>
            </a:r>
            <a:r>
              <a:rPr lang="en-US" b="1" dirty="0">
                <a:ea typeface="+mn-lt"/>
                <a:cs typeface="+mn-lt"/>
              </a:rPr>
              <a:t>top-selling gear</a:t>
            </a:r>
            <a:r>
              <a:rPr lang="en-US" dirty="0">
                <a:ea typeface="+mn-lt"/>
                <a:cs typeface="+mn-lt"/>
              </a:rPr>
              <a:t> for new cyclists:</a:t>
            </a:r>
            <a:endParaRPr lang="en-US" dirty="0"/>
          </a:p>
          <a:p>
            <a:pPr marL="0" indent="0">
              <a:lnSpc>
                <a:spcPct val="300000"/>
              </a:lnSpc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lnSpc>
                <a:spcPct val="300000"/>
              </a:lnSpc>
              <a:buNone/>
            </a:pPr>
            <a:endParaRPr lang="en-US" dirty="0">
              <a:ea typeface="+mn-lt"/>
              <a:cs typeface="+mn-lt"/>
            </a:endParaRPr>
          </a:p>
          <a:p>
            <a:pPr>
              <a:lnSpc>
                <a:spcPct val="30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48B57-A9CC-30EF-79C6-CF86E2B1A6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 descr="A table with numbers and numbers&#10;&#10;AI-generated content may be incorrect.">
            <a:extLst>
              <a:ext uri="{FF2B5EF4-FFF2-40B4-BE49-F238E27FC236}">
                <a16:creationId xmlns:a16="http://schemas.microsoft.com/office/drawing/2014/main" id="{B64B43D9-F981-4A4A-A73B-D5A505197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0" y="2497137"/>
            <a:ext cx="5959475" cy="31575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2A168D-31E5-5324-73AF-A9AF7675B43D}"/>
              </a:ext>
            </a:extLst>
          </p:cNvPr>
          <p:cNvSpPr txBox="1"/>
          <p:nvPr/>
        </p:nvSpPr>
        <p:spPr>
          <a:xfrm>
            <a:off x="7905750" y="2873375"/>
            <a:ext cx="4037012" cy="20526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50000"/>
              </a:lnSpc>
              <a:buFont typeface="Arial"/>
              <a:buChar char="•"/>
            </a:pPr>
            <a:r>
              <a:rPr lang="en-US" dirty="0"/>
              <a:t>Can be bought in bundles</a:t>
            </a:r>
            <a:endParaRPr lang="en-US"/>
          </a:p>
          <a:p>
            <a:pPr marL="285750" indent="-285750">
              <a:lnSpc>
                <a:spcPct val="250000"/>
              </a:lnSpc>
              <a:buFont typeface="Arial"/>
              <a:buChar char="•"/>
            </a:pPr>
            <a:r>
              <a:rPr lang="en-US" dirty="0"/>
              <a:t>Typically carry high margin</a:t>
            </a:r>
          </a:p>
          <a:p>
            <a:pPr marL="285750" indent="-285750">
              <a:lnSpc>
                <a:spcPct val="250000"/>
              </a:lnSpc>
              <a:buFont typeface="Arial"/>
              <a:buChar char="•"/>
            </a:pPr>
            <a:r>
              <a:rPr lang="en-US" dirty="0"/>
              <a:t>Customer likely to restock</a:t>
            </a:r>
          </a:p>
        </p:txBody>
      </p:sp>
    </p:spTree>
    <p:extLst>
      <p:ext uri="{BB962C8B-B14F-4D97-AF65-F5344CB8AC3E}">
        <p14:creationId xmlns:p14="http://schemas.microsoft.com/office/powerpoint/2010/main" val="3288643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1C3CA-F961-6EF7-9ADA-13C035920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82120-6D5B-5A71-A3A3-7D368ECF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1" y="157"/>
            <a:ext cx="9150675" cy="1427585"/>
          </a:xfrm>
        </p:spPr>
        <p:txBody>
          <a:bodyPr/>
          <a:lstStyle/>
          <a:p>
            <a:r>
              <a:rPr lang="en-US" i="1" dirty="0">
                <a:ea typeface="+mj-lt"/>
                <a:cs typeface="+mj-lt"/>
              </a:rPr>
              <a:t>Complication — Growth Meets Inventory Pressure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7EBF2-494B-78DA-B34B-E1A4F2F631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48777" y="969108"/>
            <a:ext cx="10343144" cy="4119463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 algn="ctr">
              <a:lnSpc>
                <a:spcPct val="300000"/>
              </a:lnSpc>
              <a:buNone/>
            </a:pPr>
            <a:endParaRPr lang="en-US" sz="1800" dirty="0"/>
          </a:p>
          <a:p>
            <a:pPr>
              <a:lnSpc>
                <a:spcPct val="300000"/>
              </a:lnSpc>
            </a:pPr>
            <a:r>
              <a:rPr lang="en-US" sz="1800" b="1" dirty="0"/>
              <a:t>STR </a:t>
            </a:r>
            <a:r>
              <a:rPr lang="en-US" sz="1800" dirty="0"/>
              <a:t>– Stock Turnover Rate  </a:t>
            </a:r>
          </a:p>
          <a:p>
            <a:pPr marL="285750" indent="-285750">
              <a:lnSpc>
                <a:spcPct val="300000"/>
              </a:lnSpc>
            </a:pPr>
            <a:r>
              <a:rPr lang="en-US" sz="1800" b="1" dirty="0"/>
              <a:t>Low STR</a:t>
            </a:r>
            <a:r>
              <a:rPr lang="en-US" sz="1800" dirty="0"/>
              <a:t> – overstocking, unpopular product</a:t>
            </a:r>
          </a:p>
          <a:p>
            <a:pPr>
              <a:lnSpc>
                <a:spcPct val="300000"/>
              </a:lnSpc>
            </a:pPr>
            <a:r>
              <a:rPr lang="en-US" sz="1800" b="1" dirty="0"/>
              <a:t>Hight STR</a:t>
            </a:r>
            <a:r>
              <a:rPr lang="en-US" sz="1800" dirty="0"/>
              <a:t> – </a:t>
            </a:r>
            <a:r>
              <a:rPr lang="en-US" sz="1800" dirty="0">
                <a:latin typeface="Univers Light"/>
                <a:ea typeface="Calibri"/>
                <a:cs typeface="Calibri"/>
              </a:rPr>
              <a:t>inventory is selling quickly &amp;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F210F-673D-B5EC-0FC2-E3FBFF9FC9D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 descr="A list of clothing items&#10;&#10;AI-generated content may be incorrect.">
            <a:extLst>
              <a:ext uri="{FF2B5EF4-FFF2-40B4-BE49-F238E27FC236}">
                <a16:creationId xmlns:a16="http://schemas.microsoft.com/office/drawing/2014/main" id="{583D04EE-752A-EDE2-3C2A-255D77AE0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481" y="1089285"/>
            <a:ext cx="3234906" cy="485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47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61739-13E3-7A8A-8859-336FB09DE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4DD75-BFAF-4828-7998-32304522D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1" y="157"/>
            <a:ext cx="9150675" cy="1427585"/>
          </a:xfrm>
        </p:spPr>
        <p:txBody>
          <a:bodyPr/>
          <a:lstStyle/>
          <a:p>
            <a:r>
              <a:rPr lang="en-US" i="1" dirty="0">
                <a:ea typeface="+mj-lt"/>
                <a:cs typeface="+mj-lt"/>
              </a:rPr>
              <a:t>Opportunity — Expand Assortment to Unlock Growth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1EE4B-312C-9086-EB4A-8B4EF7D9355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58277" y="1904086"/>
            <a:ext cx="5869390" cy="4119463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800" b="1" dirty="0"/>
              <a:t>We offer</a:t>
            </a:r>
            <a:endParaRPr lang="en-US" b="1"/>
          </a:p>
          <a:p>
            <a:pPr>
              <a:lnSpc>
                <a:spcPct val="200000"/>
              </a:lnSpc>
            </a:pPr>
            <a:r>
              <a:rPr lang="en-US" sz="1800" b="1" dirty="0">
                <a:ea typeface="+mn-lt"/>
                <a:cs typeface="+mn-lt"/>
              </a:rPr>
              <a:t>Helmets</a:t>
            </a:r>
            <a:r>
              <a:rPr lang="en-US" sz="1800" dirty="0">
                <a:ea typeface="+mn-lt"/>
                <a:cs typeface="+mn-lt"/>
              </a:rPr>
              <a:t>: 3 variants (Black / Blue / Red)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200000"/>
              </a:lnSpc>
            </a:pPr>
            <a:r>
              <a:rPr lang="en-US" sz="1800" b="1" dirty="0">
                <a:ea typeface="+mn-lt"/>
                <a:cs typeface="+mn-lt"/>
              </a:rPr>
              <a:t>Jerseys</a:t>
            </a:r>
            <a:r>
              <a:rPr lang="en-US" sz="1800" dirty="0">
                <a:ea typeface="+mn-lt"/>
                <a:cs typeface="+mn-lt"/>
              </a:rPr>
              <a:t>: 2 styles (  Long Sleeve / Short Sleeve)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sz="1800" b="1" dirty="0">
                <a:ea typeface="+mn-lt"/>
                <a:cs typeface="+mn-lt"/>
              </a:rPr>
              <a:t>Gloves</a:t>
            </a:r>
            <a:r>
              <a:rPr lang="en-US" sz="1800" dirty="0">
                <a:ea typeface="+mn-lt"/>
                <a:cs typeface="+mn-lt"/>
              </a:rPr>
              <a:t>: 2 types (Full-Finger / Half-Finger)</a:t>
            </a:r>
            <a:endParaRPr lang="en-US" dirty="0"/>
          </a:p>
          <a:p>
            <a:pPr marL="285750" indent="-285750">
              <a:lnSpc>
                <a:spcPct val="300000"/>
              </a:lnSpc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87D28-5107-7AB7-D545-C08F6DFC79E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A806582-9756-ED71-37F9-7AE9B19A2D82}"/>
              </a:ext>
            </a:extLst>
          </p:cNvPr>
          <p:cNvSpPr txBox="1">
            <a:spLocks/>
          </p:cNvSpPr>
          <p:nvPr/>
        </p:nvSpPr>
        <p:spPr>
          <a:xfrm>
            <a:off x="6968552" y="1905673"/>
            <a:ext cx="5869390" cy="41194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en-US" sz="1800" b="1" dirty="0"/>
              <a:t>We are missing</a:t>
            </a:r>
            <a:endParaRPr lang="en-US" b="1"/>
          </a:p>
          <a:p>
            <a:pPr>
              <a:lnSpc>
                <a:spcPct val="200000"/>
              </a:lnSpc>
            </a:pPr>
            <a:r>
              <a:rPr lang="en-US" sz="1800" dirty="0">
                <a:ea typeface="+mn-lt"/>
                <a:cs typeface="+mn-lt"/>
              </a:rPr>
              <a:t>neon, matte, seasonal tones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200000"/>
              </a:lnSpc>
            </a:pPr>
            <a:r>
              <a:rPr lang="en-US" sz="1800" dirty="0">
                <a:ea typeface="+mn-lt"/>
                <a:cs typeface="+mn-lt"/>
              </a:rPr>
              <a:t>Aerodynamic, thermal jerseys</a:t>
            </a:r>
            <a:endParaRPr lang="en-US" sz="1800" dirty="0"/>
          </a:p>
          <a:p>
            <a:pPr>
              <a:lnSpc>
                <a:spcPct val="200000"/>
              </a:lnSpc>
            </a:pPr>
            <a:r>
              <a:rPr lang="en-US" sz="1800" dirty="0">
                <a:ea typeface="+mn-lt"/>
                <a:cs typeface="+mn-lt"/>
              </a:rPr>
              <a:t>Tiered </a:t>
            </a:r>
            <a:r>
              <a:rPr lang="en-US" sz="1800" b="1" dirty="0">
                <a:ea typeface="+mn-lt"/>
                <a:cs typeface="+mn-lt"/>
              </a:rPr>
              <a:t>price points</a:t>
            </a:r>
            <a:r>
              <a:rPr lang="en-US" sz="1800" dirty="0">
                <a:ea typeface="+mn-lt"/>
                <a:cs typeface="+mn-lt"/>
              </a:rPr>
              <a:t> (basic vs. premium)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lnSpc>
                <a:spcPct val="300000"/>
              </a:lnSpc>
            </a:pPr>
            <a:endParaRPr lang="en-US" sz="18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2F03D1-DBF5-190F-A134-F906888EF362}"/>
              </a:ext>
            </a:extLst>
          </p:cNvPr>
          <p:cNvCxnSpPr/>
          <p:nvPr/>
        </p:nvCxnSpPr>
        <p:spPr>
          <a:xfrm>
            <a:off x="6540499" y="976312"/>
            <a:ext cx="15875" cy="4905375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89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33D4-5618-04B3-78E9-E31D3862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ea typeface="+mj-lt"/>
                <a:cs typeface="+mj-lt"/>
              </a:rPr>
              <a:t>Key Takeaways</a:t>
            </a:r>
            <a:r>
              <a:rPr lang="en-US" dirty="0">
                <a:ea typeface="+mj-lt"/>
                <a:cs typeface="+mj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E1C36-7EBC-9379-8EDB-B6D81084158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0" tIns="0" rIns="0" bIns="0" rtlCol="0" anchor="t">
            <a:normAutofit fontScale="92500" lnSpcReduction="20000"/>
          </a:bodyPr>
          <a:lstStyle/>
          <a:p>
            <a:pPr>
              <a:lnSpc>
                <a:spcPct val="250000"/>
              </a:lnSpc>
            </a:pPr>
            <a:r>
              <a:rPr lang="en-US" dirty="0">
                <a:ea typeface="+mn-lt"/>
                <a:cs typeface="+mn-lt"/>
              </a:rPr>
              <a:t>🚴 </a:t>
            </a:r>
            <a:r>
              <a:rPr lang="en-US" dirty="0" err="1">
                <a:ea typeface="+mn-lt"/>
                <a:cs typeface="+mn-lt"/>
              </a:rPr>
              <a:t>AdventureWorks</a:t>
            </a:r>
            <a:r>
              <a:rPr lang="en-US" dirty="0">
                <a:ea typeface="+mn-lt"/>
                <a:cs typeface="+mn-lt"/>
              </a:rPr>
              <a:t> is a bike-first brand — but not bike-only</a:t>
            </a:r>
            <a:endParaRPr lang="en-US" dirty="0"/>
          </a:p>
          <a:p>
            <a:pPr>
              <a:lnSpc>
                <a:spcPct val="250000"/>
              </a:lnSpc>
            </a:pPr>
            <a:r>
              <a:rPr lang="en-US" dirty="0">
                <a:ea typeface="+mn-lt"/>
                <a:cs typeface="+mn-lt"/>
              </a:rPr>
              <a:t>🚀 Clothing &amp; Accessories are emerging stars with digital traction</a:t>
            </a:r>
            <a:endParaRPr lang="en-US" dirty="0"/>
          </a:p>
          <a:p>
            <a:pPr>
              <a:lnSpc>
                <a:spcPct val="250000"/>
              </a:lnSpc>
            </a:pPr>
            <a:r>
              <a:rPr lang="en-US" dirty="0">
                <a:ea typeface="+mn-lt"/>
                <a:cs typeface="+mn-lt"/>
              </a:rPr>
              <a:t>📊 Online campaigns drive growth efficiently</a:t>
            </a:r>
            <a:endParaRPr lang="en-US" dirty="0"/>
          </a:p>
          <a:p>
            <a:pPr>
              <a:lnSpc>
                <a:spcPct val="250000"/>
              </a:lnSpc>
            </a:pPr>
            <a:r>
              <a:rPr lang="en-US" dirty="0">
                <a:ea typeface="+mn-lt"/>
                <a:cs typeface="+mn-lt"/>
              </a:rPr>
              <a:t>🔄 Stock turnover insights reveal margin opportunities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🧩 Assortment expansion is a strategic leverage</a:t>
            </a:r>
          </a:p>
          <a:p>
            <a:pPr>
              <a:lnSpc>
                <a:spcPct val="250000"/>
              </a:lnSpc>
            </a:pPr>
            <a:endParaRPr lang="en-US" dirty="0"/>
          </a:p>
          <a:p>
            <a:pPr>
              <a:lnSpc>
                <a:spcPct val="250000"/>
              </a:lnSpc>
            </a:pPr>
            <a:endParaRPr lang="en-US" dirty="0"/>
          </a:p>
          <a:p>
            <a:pPr>
              <a:lnSpc>
                <a:spcPct val="25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1BB85-BA15-4122-0091-9EEAE2B19A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28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CFE66-A9E7-A365-967B-2FD670CB39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2286" y="690465"/>
            <a:ext cx="4784372" cy="5253089"/>
          </a:xfrm>
        </p:spPr>
        <p:txBody>
          <a:bodyPr/>
          <a:lstStyle/>
          <a:p>
            <a:pPr algn="ctr"/>
            <a:r>
              <a:rPr lang="en-US" sz="6600" dirty="0"/>
              <a:t>Q&amp;A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8CD342-50C4-441F-B4A3-7D5ADB0571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DD27D0-5B6E-4A0E-95B2-BB37F9D8861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3FAE0208-DBD5-43E1-AC6B-D2AD9623F0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419</Words>
  <Application>Microsoft Office PowerPoint</Application>
  <PresentationFormat>Widescreen</PresentationFormat>
  <Paragraphs>118</Paragraphs>
  <Slides>13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</vt:lpstr>
      <vt:lpstr>AdventureWorks:  Scaling Smart</vt:lpstr>
      <vt:lpstr>AdventureWorks Roadmap Overview</vt:lpstr>
      <vt:lpstr>AdventureWorks in 2012:  A Stable Foundation</vt:lpstr>
      <vt:lpstr>2013: A Year of Acceleration</vt:lpstr>
      <vt:lpstr>Growth Concentration: A Strategic Signal</vt:lpstr>
      <vt:lpstr>Australia Offline Launch (May 2013) </vt:lpstr>
      <vt:lpstr>Online Campaign Impact (May 2013)</vt:lpstr>
      <vt:lpstr>Top Products — Dominance &amp; Emerging Potential</vt:lpstr>
      <vt:lpstr>Newcomers Package — Gateway to Brand Loyalty</vt:lpstr>
      <vt:lpstr>Complication — Growth Meets Inventory Pressure</vt:lpstr>
      <vt:lpstr>Opportunity — Expand Assortment to Unlock Growth</vt:lpstr>
      <vt:lpstr>Key Takeaways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954</cp:revision>
  <dcterms:created xsi:type="dcterms:W3CDTF">2025-09-04T21:52:02Z</dcterms:created>
  <dcterms:modified xsi:type="dcterms:W3CDTF">2025-09-08T11:40:35Z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